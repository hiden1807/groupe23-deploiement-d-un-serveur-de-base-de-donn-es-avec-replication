
<file path=[Content_Types].xml><?xml version="1.0" encoding="utf-8"?>
<Types xmlns="http://schemas.openxmlformats.org/package/2006/content-types">
  <Default Extension="rels" ContentType="application/vnd.openxmlformats-package.relationships+xml"/>
  <Default Extension="xml" ContentType="application/xml"/>
  <Default Extension="bin" ContentType="application/vnd.openxmlformats-officedocument.oleObject"/>
  <Default Extension="png" ContentType="image/png"/>
  <Default Extension="jpe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3.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type="screen4x3" cy="9144000" cx="6858000"/>
  <p:notesSz cx="6797675" cy="9928225"/>
  <p:defaultTex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minimized" horzBarState="maximized" preferSingleView="0">
    <p:restoredLeft sz="15640" autoAdjust="0"/>
    <p:restoredTop sz="94664" autoAdjust="0"/>
  </p:normalViewPr>
  <p:slideViewPr>
    <p:cSldViewPr showGuides="0" snapToGrid="1" snapToObjects="0">
      <p:cViewPr varScale="0">
        <p:scale>
          <a:sx n="71" d="100"/>
          <a:sy n="71" d="100"/>
        </p:scale>
        <p:origin x="2328" y="-306"/>
      </p:cViewPr>
      <p:guideLst>
        <p:guide orient="horz" pos="2880"/>
        <p:guide orient="vert" pos="216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6" name=""/>
        <p:cNvGrpSpPr/>
        <p:nvPr/>
      </p:nvGrpSpPr>
      <p:grpSpPr>
        <a:xfrm>
          <a:off x="0" y="0"/>
          <a:ext cx="0" cy="0"/>
          <a:chOff x="0" y="0"/>
          <a:chExt cx="0" cy="0"/>
        </a:xfrm>
      </p:grpSpPr>
      <p:sp>
        <p:nvSpPr>
          <p:cNvPr id="104875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5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5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6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6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6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30" name=""/>
        <p:cNvGrpSpPr/>
        <p:nvPr/>
      </p:nvGrpSpPr>
      <p:grpSpPr>
        <a:xfrm rot="0">
          <a:off x="0" y="0"/>
          <a:ext cx="0" cy="0"/>
          <a:chOff x="0" y="0"/>
          <a:chExt cx="0" cy="0"/>
        </a:xfrm>
      </p:grpSpPr>
      <p:grpSp>
        <p:nvGrpSpPr>
          <p:cNvPr id="31" name=""/>
          <p:cNvGrpSpPr/>
          <p:nvPr/>
        </p:nvGrpSpPr>
        <p:grpSpPr>
          <a:xfrm rot="0">
            <a:off x="0" y="0"/>
            <a:ext cx="6604000" cy="9144000"/>
            <a:chOff x="0" y="0"/>
            <a:chExt cx="5547" cy="4320"/>
          </a:xfrm>
        </p:grpSpPr>
        <p:grpSp>
          <p:nvGrpSpPr>
            <p:cNvPr id="32" name=""/>
            <p:cNvGrpSpPr/>
            <p:nvPr/>
          </p:nvGrpSpPr>
          <p:grpSpPr>
            <a:xfrm rot="21384792">
              <a:off x="3724" y="234"/>
              <a:ext cx="1856" cy="3624"/>
              <a:chOff x="2993" y="778"/>
              <a:chExt cx="1856" cy="3624"/>
            </a:xfrm>
          </p:grpSpPr>
          <p:sp>
            <p:nvSpPr>
              <p:cNvPr id="1048617" name="Freeform 4"/>
              <p:cNvSpPr/>
              <p:nvPr/>
            </p:nvSpPr>
            <p:spPr bwMode="ltGray">
              <a:xfrm rot="12185230" flipV="1">
                <a:off x="3517" y="778"/>
                <a:ext cx="1332" cy="1485"/>
              </a:xfrm>
              <a:custGeom>
                <a:avLst/>
                <a:ah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path>
                </a:pathLst>
              </a:custGeom>
              <a:solidFill>
                <a:schemeClr val="accent2">
                  <a:alpha val="100000"/>
                </a:schemeClr>
              </a:solidFill>
              <a:ln>
                <a:noFill/>
              </a:ln>
            </p:spPr>
          </p:sp>
          <p:sp>
            <p:nvSpPr>
              <p:cNvPr id="1048618" name="Freeform 5"/>
              <p:cNvSpPr/>
              <p:nvPr/>
            </p:nvSpPr>
            <p:spPr bwMode="ltGray">
              <a:xfrm rot="12185230" flipV="1">
                <a:off x="4011" y="1800"/>
                <a:ext cx="572" cy="531"/>
              </a:xfrm>
              <a:custGeom>
                <a:avLst/>
                <a:ah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path>
                </a:pathLst>
              </a:custGeom>
              <a:solidFill>
                <a:schemeClr val="accent2">
                  <a:alpha val="100000"/>
                </a:schemeClr>
              </a:solidFill>
              <a:ln>
                <a:noFill/>
              </a:ln>
            </p:spPr>
          </p:sp>
          <p:sp>
            <p:nvSpPr>
              <p:cNvPr id="1048619" name="Freeform 6"/>
              <p:cNvSpPr/>
              <p:nvPr/>
            </p:nvSpPr>
            <p:spPr bwMode="ltGray">
              <a:xfrm rot="12185230" flipV="1">
                <a:off x="3624" y="2167"/>
                <a:ext cx="276" cy="249"/>
              </a:xfrm>
              <a:custGeom>
                <a:avLst/>
                <a:ah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path>
                </a:pathLst>
              </a:custGeom>
              <a:solidFill>
                <a:schemeClr val="accent2">
                  <a:alpha val="100000"/>
                </a:schemeClr>
              </a:solidFill>
              <a:ln>
                <a:noFill/>
              </a:ln>
            </p:spPr>
          </p:sp>
          <p:sp>
            <p:nvSpPr>
              <p:cNvPr id="1048620" name="Freeform 7"/>
              <p:cNvSpPr/>
              <p:nvPr/>
            </p:nvSpPr>
            <p:spPr bwMode="ltGray">
              <a:xfrm rot="12185230" flipV="1">
                <a:off x="3959" y="977"/>
                <a:ext cx="244" cy="347"/>
              </a:xfrm>
              <a:custGeom>
                <a:avLst/>
                <a:ah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path>
                </a:pathLst>
              </a:custGeom>
              <a:solidFill>
                <a:schemeClr val="accent2">
                  <a:alpha val="100000"/>
                </a:schemeClr>
              </a:solidFill>
              <a:ln>
                <a:noFill/>
              </a:ln>
            </p:spPr>
          </p:sp>
          <p:sp>
            <p:nvSpPr>
              <p:cNvPr id="1048621" name="Freeform 8"/>
              <p:cNvSpPr/>
              <p:nvPr/>
            </p:nvSpPr>
            <p:spPr bwMode="ltGray">
              <a:xfrm rot="12185230" flipV="1">
                <a:off x="3827" y="2205"/>
                <a:ext cx="104" cy="209"/>
              </a:xfrm>
              <a:custGeom>
                <a:avLst/>
                <a:ah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path>
                </a:pathLst>
              </a:custGeom>
              <a:solidFill>
                <a:schemeClr val="accent2">
                  <a:alpha val="100000"/>
                </a:schemeClr>
              </a:solidFill>
              <a:ln>
                <a:noFill/>
              </a:ln>
            </p:spPr>
          </p:sp>
          <p:sp>
            <p:nvSpPr>
              <p:cNvPr id="1048622" name="Freeform 9"/>
              <p:cNvSpPr/>
              <p:nvPr/>
            </p:nvSpPr>
            <p:spPr bwMode="ltGray">
              <a:xfrm rot="12185230" flipV="1">
                <a:off x="3880" y="1324"/>
                <a:ext cx="120" cy="90"/>
              </a:xfrm>
              <a:custGeom>
                <a:avLst/>
                <a:ah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path>
                </a:pathLst>
              </a:custGeom>
              <a:solidFill>
                <a:schemeClr val="accent2">
                  <a:alpha val="100000"/>
                </a:schemeClr>
              </a:solidFill>
              <a:ln>
                <a:noFill/>
              </a:ln>
            </p:spPr>
          </p:sp>
          <p:sp>
            <p:nvSpPr>
              <p:cNvPr id="1048623" name="Freeform 10"/>
              <p:cNvSpPr/>
              <p:nvPr/>
            </p:nvSpPr>
            <p:spPr bwMode="ltGray">
              <a:xfrm rot="12185230" flipV="1">
                <a:off x="2993" y="2343"/>
                <a:ext cx="331" cy="2059"/>
              </a:xfrm>
              <a:custGeom>
                <a:avLst/>
                <a:ah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path>
                </a:pathLst>
              </a:custGeom>
              <a:solidFill>
                <a:schemeClr val="accent2">
                  <a:alpha val="100000"/>
                </a:schemeClr>
              </a:solidFill>
              <a:ln>
                <a:noFill/>
              </a:ln>
            </p:spPr>
          </p:sp>
        </p:grpSp>
        <p:sp>
          <p:nvSpPr>
            <p:cNvPr id="1048624" name="Freeform 11"/>
            <p:cNvSpPr/>
            <p:nvPr/>
          </p:nvSpPr>
          <p:spPr bwMode="ltGray">
            <a:xfrm rot="373330" flipH="1">
              <a:off x="21" y="1957"/>
              <a:ext cx="324" cy="650"/>
            </a:xfrm>
            <a:custGeom>
              <a:avLst/>
              <a:ah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path>
              </a:pathLst>
            </a:custGeom>
            <a:solidFill>
              <a:schemeClr val="folHlink">
                <a:alpha val="100000"/>
              </a:schemeClr>
            </a:solidFill>
            <a:ln>
              <a:noFill/>
            </a:ln>
          </p:spPr>
        </p:sp>
        <p:sp>
          <p:nvSpPr>
            <p:cNvPr id="1048625" name="Freeform 12"/>
            <p:cNvSpPr/>
            <p:nvPr/>
          </p:nvSpPr>
          <p:spPr bwMode="ltGray">
            <a:xfrm rot="0">
              <a:off x="168" y="1260"/>
              <a:ext cx="1259" cy="1532"/>
            </a:xfrm>
            <a:custGeom>
              <a:avLst/>
              <a:ah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path>
              </a:pathLst>
            </a:custGeom>
            <a:solidFill>
              <a:schemeClr val="folHlink">
                <a:alpha val="100000"/>
              </a:schemeClr>
            </a:solidFill>
            <a:ln>
              <a:noFill/>
            </a:ln>
          </p:spPr>
        </p:sp>
        <p:sp>
          <p:nvSpPr>
            <p:cNvPr id="1048626" name="Freeform 13"/>
            <p:cNvSpPr/>
            <p:nvPr/>
          </p:nvSpPr>
          <p:spPr bwMode="ltGray">
            <a:xfrm rot="0">
              <a:off x="0" y="2610"/>
              <a:ext cx="801" cy="459"/>
            </a:xfrm>
            <a:custGeom>
              <a:avLst/>
              <a:ah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path>
              </a:pathLst>
            </a:custGeom>
            <a:solidFill>
              <a:schemeClr val="folHlink">
                <a:alpha val="100000"/>
              </a:schemeClr>
            </a:solidFill>
            <a:ln>
              <a:noFill/>
            </a:ln>
          </p:spPr>
        </p:sp>
        <p:sp>
          <p:nvSpPr>
            <p:cNvPr id="1048627" name="Freeform 14"/>
            <p:cNvSpPr/>
            <p:nvPr/>
          </p:nvSpPr>
          <p:spPr bwMode="ltGray">
            <a:xfrm rot="373330" flipH="1">
              <a:off x="897" y="2855"/>
              <a:ext cx="355" cy="464"/>
            </a:xfrm>
            <a:custGeom>
              <a:avLst/>
              <a:ah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path>
              </a:pathLst>
            </a:custGeom>
            <a:solidFill>
              <a:schemeClr val="folHlink">
                <a:alpha val="100000"/>
              </a:schemeClr>
            </a:solidFill>
            <a:ln>
              <a:noFill/>
            </a:ln>
          </p:spPr>
        </p:sp>
        <p:sp>
          <p:nvSpPr>
            <p:cNvPr id="1048628" name="Freeform 15"/>
            <p:cNvSpPr/>
            <p:nvPr/>
          </p:nvSpPr>
          <p:spPr bwMode="ltGray">
            <a:xfrm rot="373330" flipH="1">
              <a:off x="799" y="2979"/>
              <a:ext cx="87" cy="274"/>
            </a:xfrm>
            <a:custGeom>
              <a:avLst/>
              <a:ah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path>
              </a:pathLst>
            </a:custGeom>
            <a:solidFill>
              <a:schemeClr val="folHlink">
                <a:alpha val="100000"/>
              </a:schemeClr>
            </a:solidFill>
            <a:ln>
              <a:noFill/>
            </a:ln>
          </p:spPr>
        </p:sp>
        <p:sp>
          <p:nvSpPr>
            <p:cNvPr id="1048629" name="Freeform 16"/>
            <p:cNvSpPr/>
            <p:nvPr/>
          </p:nvSpPr>
          <p:spPr bwMode="ltGray">
            <a:xfrm rot="0">
              <a:off x="1189" y="3273"/>
              <a:ext cx="1108" cy="1047"/>
            </a:xfrm>
            <a:custGeom>
              <a:avLst/>
              <a:ah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path>
              </a:pathLst>
            </a:custGeom>
            <a:solidFill>
              <a:schemeClr val="folHlink">
                <a:alpha val="100000"/>
              </a:schemeClr>
            </a:solidFill>
            <a:ln>
              <a:noFill/>
            </a:ln>
          </p:spPr>
        </p:sp>
        <p:grpSp>
          <p:nvGrpSpPr>
            <p:cNvPr id="33" name=""/>
            <p:cNvGrpSpPr/>
            <p:nvPr/>
          </p:nvGrpSpPr>
          <p:grpSpPr>
            <a:xfrm rot="3220059">
              <a:off x="2688" y="751"/>
              <a:ext cx="569" cy="632"/>
              <a:chOff x="1727" y="866"/>
              <a:chExt cx="129" cy="156"/>
            </a:xfrm>
          </p:grpSpPr>
          <p:sp>
            <p:nvSpPr>
              <p:cNvPr id="1048630" name="Freeform 18"/>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631" name="Freeform 19"/>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632" name="Freeform 20"/>
              <p:cNvSpPr/>
              <p:nvPr/>
            </p:nvSpPr>
            <p:spPr bwMode="ltGray">
              <a:xfrm rot="0">
                <a:off x="1772" y="997"/>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grpSp>
          <p:nvGrpSpPr>
            <p:cNvPr id="34" name=""/>
            <p:cNvGrpSpPr/>
            <p:nvPr/>
          </p:nvGrpSpPr>
          <p:grpSpPr>
            <a:xfrm rot="14908750">
              <a:off x="3643" y="129"/>
              <a:ext cx="356" cy="608"/>
              <a:chOff x="1727" y="866"/>
              <a:chExt cx="129" cy="157"/>
            </a:xfrm>
          </p:grpSpPr>
          <p:sp>
            <p:nvSpPr>
              <p:cNvPr id="1048633" name="Freeform 22"/>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634" name="Freeform 23"/>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635" name="Freeform 24"/>
              <p:cNvSpPr/>
              <p:nvPr/>
            </p:nvSpPr>
            <p:spPr bwMode="ltGray">
              <a:xfrm rot="0">
                <a:off x="1772" y="99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grpSp>
          <p:nvGrpSpPr>
            <p:cNvPr id="35" name=""/>
            <p:cNvGrpSpPr/>
            <p:nvPr/>
          </p:nvGrpSpPr>
          <p:grpSpPr>
            <a:xfrm rot="8524840">
              <a:off x="723" y="3302"/>
              <a:ext cx="500" cy="504"/>
              <a:chOff x="1727" y="866"/>
              <a:chExt cx="129" cy="157"/>
            </a:xfrm>
          </p:grpSpPr>
          <p:sp>
            <p:nvSpPr>
              <p:cNvPr id="1048636" name="Freeform 26"/>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637" name="Freeform 27"/>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638" name="Freeform 28"/>
              <p:cNvSpPr/>
              <p:nvPr/>
            </p:nvSpPr>
            <p:spPr bwMode="ltGray">
              <a:xfrm rot="0">
                <a:off x="1772" y="99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grpSp>
          <p:nvGrpSpPr>
            <p:cNvPr id="36" name=""/>
            <p:cNvGrpSpPr/>
            <p:nvPr/>
          </p:nvGrpSpPr>
          <p:grpSpPr>
            <a:xfrm rot="4106449" flipH="1">
              <a:off x="391" y="329"/>
              <a:ext cx="708" cy="887"/>
              <a:chOff x="1727" y="867"/>
              <a:chExt cx="129" cy="156"/>
            </a:xfrm>
          </p:grpSpPr>
          <p:sp>
            <p:nvSpPr>
              <p:cNvPr id="1048639" name="Freeform 30"/>
              <p:cNvSpPr/>
              <p:nvPr/>
            </p:nvSpPr>
            <p:spPr bwMode="ltGray">
              <a:xfrm rot="0">
                <a:off x="1727" y="867"/>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640" name="Freeform 31"/>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641" name="Freeform 32"/>
              <p:cNvSpPr/>
              <p:nvPr/>
            </p:nvSpPr>
            <p:spPr bwMode="ltGray">
              <a:xfrm rot="0">
                <a:off x="1772" y="99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grpSp>
          <p:nvGrpSpPr>
            <p:cNvPr id="37" name=""/>
            <p:cNvGrpSpPr/>
            <p:nvPr/>
          </p:nvGrpSpPr>
          <p:grpSpPr>
            <a:xfrm rot="10015322" flipH="1">
              <a:off x="4664" y="2392"/>
              <a:ext cx="708" cy="891"/>
              <a:chOff x="1727" y="866"/>
              <a:chExt cx="129" cy="157"/>
            </a:xfrm>
          </p:grpSpPr>
          <p:sp>
            <p:nvSpPr>
              <p:cNvPr id="1048642" name="Freeform 34"/>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643" name="Freeform 35"/>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644" name="Freeform 36"/>
              <p:cNvSpPr/>
              <p:nvPr/>
            </p:nvSpPr>
            <p:spPr bwMode="ltGray">
              <a:xfrm rot="0">
                <a:off x="1772" y="99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sp>
          <p:nvSpPr>
            <p:cNvPr id="1048645" name="Freeform 37"/>
            <p:cNvSpPr/>
            <p:nvPr/>
          </p:nvSpPr>
          <p:spPr bwMode="ltGray">
            <a:xfrm rot="0">
              <a:off x="1217" y="2"/>
              <a:ext cx="860" cy="886"/>
            </a:xfrm>
            <a:custGeom>
              <a:avLst/>
              <a:ah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alpha val="100000"/>
              </a:schemeClr>
            </a:solidFill>
            <a:ln>
              <a:noFill/>
            </a:ln>
          </p:spPr>
        </p:sp>
        <p:sp>
          <p:nvSpPr>
            <p:cNvPr id="1048646" name="Freeform 38"/>
            <p:cNvSpPr/>
            <p:nvPr/>
          </p:nvSpPr>
          <p:spPr bwMode="ltGray">
            <a:xfrm rot="9832527" flipV="1">
              <a:off x="2157" y="102"/>
              <a:ext cx="680" cy="593"/>
            </a:xfrm>
            <a:custGeom>
              <a:avLst/>
              <a:ah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path>
              </a:pathLst>
            </a:custGeom>
            <a:solidFill>
              <a:schemeClr val="accent1">
                <a:alpha val="100000"/>
              </a:schemeClr>
            </a:solidFill>
            <a:ln>
              <a:noFill/>
            </a:ln>
          </p:spPr>
        </p:sp>
        <p:sp>
          <p:nvSpPr>
            <p:cNvPr id="1048647" name="Freeform 39"/>
            <p:cNvSpPr/>
            <p:nvPr/>
          </p:nvSpPr>
          <p:spPr bwMode="ltGray">
            <a:xfrm rot="9832527" flipV="1">
              <a:off x="1997" y="858"/>
              <a:ext cx="328" cy="278"/>
            </a:xfrm>
            <a:custGeom>
              <a:avLst/>
              <a:ah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path>
              </a:pathLst>
            </a:custGeom>
            <a:solidFill>
              <a:schemeClr val="accent1">
                <a:alpha val="100000"/>
              </a:schemeClr>
            </a:solidFill>
            <a:ln>
              <a:noFill/>
            </a:ln>
          </p:spPr>
        </p:sp>
        <p:sp>
          <p:nvSpPr>
            <p:cNvPr id="1048648" name="Freeform 40"/>
            <p:cNvSpPr/>
            <p:nvPr/>
          </p:nvSpPr>
          <p:spPr bwMode="ltGray">
            <a:xfrm rot="9832527" flipV="1">
              <a:off x="2224" y="808"/>
              <a:ext cx="123" cy="233"/>
            </a:xfrm>
            <a:custGeom>
              <a:avLst/>
              <a:ah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path>
              </a:pathLst>
            </a:custGeom>
            <a:solidFill>
              <a:schemeClr val="accent1">
                <a:alpha val="100000"/>
              </a:schemeClr>
            </a:solidFill>
            <a:ln>
              <a:noFill/>
            </a:ln>
          </p:spPr>
        </p:sp>
        <p:sp>
          <p:nvSpPr>
            <p:cNvPr id="1048649" name="Freeform 41"/>
            <p:cNvSpPr/>
            <p:nvPr/>
          </p:nvSpPr>
          <p:spPr bwMode="ltGray">
            <a:xfrm rot="0">
              <a:off x="1603" y="0"/>
              <a:ext cx="124" cy="121"/>
            </a:xfrm>
            <a:custGeom>
              <a:avLst/>
              <a:ah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path>
              </a:pathLst>
            </a:custGeom>
            <a:solidFill>
              <a:schemeClr val="accent1">
                <a:alpha val="100000"/>
              </a:schemeClr>
            </a:solidFill>
            <a:ln>
              <a:noFill/>
            </a:ln>
          </p:spPr>
        </p:sp>
        <p:sp>
          <p:nvSpPr>
            <p:cNvPr id="1048650" name="Freeform 42"/>
            <p:cNvSpPr/>
            <p:nvPr/>
          </p:nvSpPr>
          <p:spPr bwMode="ltGray">
            <a:xfrm rot="9832527" flipV="1">
              <a:off x="2173" y="1238"/>
              <a:ext cx="392" cy="2300"/>
            </a:xfrm>
            <a:custGeom>
              <a:avLst/>
              <a:ah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path>
              </a:pathLst>
            </a:custGeom>
            <a:solidFill>
              <a:schemeClr val="accent1">
                <a:alpha val="100000"/>
              </a:schemeClr>
            </a:solidFill>
            <a:ln>
              <a:noFill/>
            </a:ln>
          </p:spPr>
        </p:sp>
        <p:sp>
          <p:nvSpPr>
            <p:cNvPr id="1048651" name="Freeform 43"/>
            <p:cNvSpPr/>
            <p:nvPr/>
          </p:nvSpPr>
          <p:spPr bwMode="ltGray">
            <a:xfrm rot="0">
              <a:off x="0" y="1848"/>
              <a:ext cx="36" cy="132"/>
            </a:xfrm>
            <a:custGeom>
              <a:avLst/>
              <a:ahLst/>
              <a:rect l="0" t="0" r="r" b="b"/>
              <a:pathLst>
                <a:path w="36" h="132">
                  <a:moveTo>
                    <a:pt x="0" y="0"/>
                  </a:moveTo>
                  <a:lnTo>
                    <a:pt x="36" y="12"/>
                  </a:lnTo>
                  <a:lnTo>
                    <a:pt x="0" y="132"/>
                  </a:lnTo>
                  <a:lnTo>
                    <a:pt x="0" y="0"/>
                  </a:lnTo>
                </a:path>
              </a:pathLst>
            </a:custGeom>
            <a:solidFill>
              <a:schemeClr val="folHlink">
                <a:alpha val="100000"/>
              </a:schemeClr>
            </a:solidFill>
            <a:ln>
              <a:noFill/>
            </a:ln>
          </p:spPr>
        </p:sp>
      </p:grpSp>
      <p:sp>
        <p:nvSpPr>
          <p:cNvPr id="1048654" name="Rectangle 44"/>
          <p:cNvSpPr/>
          <p:nvPr>
            <p:ph type="dt" sz="half" idx="2"/>
          </p:nvPr>
        </p:nvSpPr>
        <p:spPr>
          <a:xfrm rot="0">
            <a:off x="342900" y="833120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55" name="Rectangle 45"/>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
        <p:nvSpPr>
          <p:cNvPr id="1048656" name="Rectangle 46"/>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58" name="Rectangle 48"/>
          <p:cNvSpPr>
            <a:spLocks noGrp="1" noChangeArrowheads="1"/>
          </p:cNvSpPr>
          <p:nvPr>
            <p:ph type="subTitle" idx="1"/>
          </p:nvPr>
        </p:nvSpPr>
        <p:spPr>
          <a:xfrm>
            <a:off x="1866900" y="5707063"/>
            <a:ext cx="4610100" cy="1981200"/>
          </a:xfrm>
        </p:spPr>
        <p:txBody>
          <a:bodyPr/>
          <a:lstStyle>
            <a:lvl1pPr algn="ctr" indent="0" marL="0">
              <a:buFontTx/>
              <a:buNone/>
              <a:defRPr b="1">
                <a:effectLst>
                  <a:outerShdw algn="tl" blurRad="38100" dir="2700000" dist="38100">
                    <a:srgbClr val="C0C0C0"/>
                  </a:outerShdw>
                </a:effectLst>
              </a:defRPr>
            </a:lvl1pPr>
          </a:lstStyle>
          <a:p>
            <a:r>
              <a:rPr lang="fr-FR"/>
              <a:t>Cliquez pour modifier le style des sous-titres du masque</a:t>
            </a:r>
          </a:p>
        </p:txBody>
      </p:sp>
      <p:sp>
        <p:nvSpPr>
          <p:cNvPr id="1048657" name="Rectangle 47"/>
          <p:cNvSpPr>
            <a:spLocks noGrp="1" noChangeArrowheads="1"/>
          </p:cNvSpPr>
          <p:nvPr>
            <p:ph type="ctrTitle"/>
          </p:nvPr>
        </p:nvSpPr>
        <p:spPr>
          <a:xfrm>
            <a:off x="1841500" y="795338"/>
            <a:ext cx="4645025" cy="4775200"/>
          </a:xfrm>
        </p:spPr>
        <p:txBody>
          <a:bodyPr/>
          <a:lstStyle>
            <a:lvl1pPr>
              <a:defRPr b="1" sz="5200"/>
            </a:lvl1pPr>
          </a:lstStyle>
          <a:p>
            <a:r>
              <a:rPr lang="fr-FR"/>
              <a:t>Cliquez pour modifier le style du titre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re et contenu">
    <p:spTree>
      <p:nvGrpSpPr>
        <p:cNvPr id="45" name=""/>
        <p:cNvGrpSpPr/>
        <p:nvPr/>
      </p:nvGrpSpPr>
      <p:grpSpPr>
        <a:xfrm>
          <a:off x="0" y="0"/>
          <a:ext cx="0" cy="0"/>
          <a:chOff x="0" y="0"/>
          <a:chExt cx="0" cy="0"/>
        </a:xfrm>
      </p:grpSpPr>
      <p:sp>
        <p:nvSpPr>
          <p:cNvPr id="1048715" name="Titre 1"/>
          <p:cNvSpPr>
            <a:spLocks noGrp="1"/>
          </p:cNvSpPr>
          <p:nvPr>
            <p:ph type="title"/>
          </p:nvPr>
        </p:nvSpPr>
        <p:spPr/>
        <p:txBody>
          <a:bodyPr/>
          <a:p>
            <a:r>
              <a:rPr lang="fr-FR" smtClean="0"/>
              <a:t>Cliquez pour modifier le style du titre</a:t>
            </a:r>
            <a:endParaRPr lang="fr-FR"/>
          </a:p>
        </p:txBody>
      </p:sp>
      <p:sp>
        <p:nvSpPr>
          <p:cNvPr id="1048716" name="Espace réservé du contenu 2"/>
          <p:cNvSpPr>
            <a:spLocks noGrp="1"/>
          </p:cNvSpPr>
          <p:nvPr>
            <p:ph idx="1"/>
          </p:nvPr>
        </p:nvSpPr>
        <p:spPr/>
        <p:txBody>
          <a:bodyPr/>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Titre de section">
    <p:spTree>
      <p:nvGrpSpPr>
        <p:cNvPr id="56" name=""/>
        <p:cNvGrpSpPr/>
        <p:nvPr/>
      </p:nvGrpSpPr>
      <p:grpSpPr>
        <a:xfrm>
          <a:off x="0" y="0"/>
          <a:ext cx="0" cy="0"/>
          <a:chOff x="0" y="0"/>
          <a:chExt cx="0" cy="0"/>
        </a:xfrm>
      </p:grpSpPr>
      <p:sp>
        <p:nvSpPr>
          <p:cNvPr id="1048736" name="Titre 1"/>
          <p:cNvSpPr>
            <a:spLocks noGrp="1"/>
          </p:cNvSpPr>
          <p:nvPr>
            <p:ph type="title"/>
          </p:nvPr>
        </p:nvSpPr>
        <p:spPr>
          <a:xfrm>
            <a:off x="541338" y="5875338"/>
            <a:ext cx="5829300" cy="1816100"/>
          </a:xfrm>
        </p:spPr>
        <p:txBody>
          <a:bodyPr anchor="t"/>
          <a:lstStyle>
            <a:lvl1pPr algn="l">
              <a:defRPr b="1" cap="all" sz="4000"/>
            </a:lvl1pPr>
          </a:lstStyle>
          <a:p>
            <a:r>
              <a:rPr lang="fr-FR" smtClean="0"/>
              <a:t>Cliquez pour modifier le style du titre</a:t>
            </a:r>
            <a:endParaRPr lang="fr-FR"/>
          </a:p>
        </p:txBody>
      </p:sp>
      <p:sp>
        <p:nvSpPr>
          <p:cNvPr id="1048737" name="Espace réservé du texte 2"/>
          <p:cNvSpPr>
            <a:spLocks noGrp="1"/>
          </p:cNvSpPr>
          <p:nvPr>
            <p:ph type="body" idx="1"/>
          </p:nvPr>
        </p:nvSpPr>
        <p:spPr>
          <a:xfrm>
            <a:off x="541338" y="3875088"/>
            <a:ext cx="5829300" cy="2000250"/>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fr-FR" smtClean="0"/>
              <a:t>Cliquez pour modifier les styles du texte du masque</a:t>
            </a: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Deux contenus">
    <p:spTree>
      <p:nvGrpSpPr>
        <p:cNvPr id="57" name=""/>
        <p:cNvGrpSpPr/>
        <p:nvPr/>
      </p:nvGrpSpPr>
      <p:grpSpPr>
        <a:xfrm>
          <a:off x="0" y="0"/>
          <a:ext cx="0" cy="0"/>
          <a:chOff x="0" y="0"/>
          <a:chExt cx="0" cy="0"/>
        </a:xfrm>
      </p:grpSpPr>
      <p:sp>
        <p:nvSpPr>
          <p:cNvPr id="1048738" name="Titre 1"/>
          <p:cNvSpPr>
            <a:spLocks noGrp="1"/>
          </p:cNvSpPr>
          <p:nvPr>
            <p:ph type="title"/>
          </p:nvPr>
        </p:nvSpPr>
        <p:spPr/>
        <p:txBody>
          <a:bodyPr/>
          <a:p>
            <a:r>
              <a:rPr lang="fr-FR" smtClean="0"/>
              <a:t>Cliquez pour modifier le style du titre</a:t>
            </a:r>
            <a:endParaRPr lang="fr-FR"/>
          </a:p>
        </p:txBody>
      </p:sp>
      <p:sp>
        <p:nvSpPr>
          <p:cNvPr id="1048739" name="Espace réservé du contenu 2"/>
          <p:cNvSpPr>
            <a:spLocks noGrp="1"/>
          </p:cNvSpPr>
          <p:nvPr>
            <p:ph sz="half" idx="1"/>
          </p:nvPr>
        </p:nvSpPr>
        <p:spPr>
          <a:xfrm>
            <a:off x="342900" y="2133600"/>
            <a:ext cx="3009900" cy="594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740" name="Espace réservé du contenu 3"/>
          <p:cNvSpPr>
            <a:spLocks noGrp="1"/>
          </p:cNvSpPr>
          <p:nvPr>
            <p:ph sz="half" idx="2"/>
          </p:nvPr>
        </p:nvSpPr>
        <p:spPr>
          <a:xfrm>
            <a:off x="3505200" y="2133600"/>
            <a:ext cx="3009900" cy="594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aison">
    <p:spTree>
      <p:nvGrpSpPr>
        <p:cNvPr id="58" name=""/>
        <p:cNvGrpSpPr/>
        <p:nvPr/>
      </p:nvGrpSpPr>
      <p:grpSpPr>
        <a:xfrm>
          <a:off x="0" y="0"/>
          <a:ext cx="0" cy="0"/>
          <a:chOff x="0" y="0"/>
          <a:chExt cx="0" cy="0"/>
        </a:xfrm>
      </p:grpSpPr>
      <p:sp>
        <p:nvSpPr>
          <p:cNvPr id="1048741" name="Titre 1"/>
          <p:cNvSpPr>
            <a:spLocks noGrp="1"/>
          </p:cNvSpPr>
          <p:nvPr>
            <p:ph type="title"/>
          </p:nvPr>
        </p:nvSpPr>
        <p:spPr>
          <a:xfrm>
            <a:off x="342900" y="366713"/>
            <a:ext cx="6172200" cy="1524000"/>
          </a:xfrm>
        </p:spPr>
        <p:txBody>
          <a:bodyPr/>
          <a:p>
            <a:r>
              <a:rPr lang="fr-FR" smtClean="0"/>
              <a:t>Cliquez pour modifier le style du titre</a:t>
            </a:r>
            <a:endParaRPr lang="fr-FR"/>
          </a:p>
        </p:txBody>
      </p:sp>
      <p:sp>
        <p:nvSpPr>
          <p:cNvPr id="1048742" name="Espace réservé du texte 2"/>
          <p:cNvSpPr>
            <a:spLocks noGrp="1"/>
          </p:cNvSpPr>
          <p:nvPr>
            <p:ph type="body" idx="1"/>
          </p:nvPr>
        </p:nvSpPr>
        <p:spPr>
          <a:xfrm>
            <a:off x="342900" y="2046288"/>
            <a:ext cx="3030538" cy="854075"/>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smtClean="0"/>
              <a:t>Cliquez pour modifier les styles du texte du masque</a:t>
            </a:r>
          </a:p>
        </p:txBody>
      </p:sp>
      <p:sp>
        <p:nvSpPr>
          <p:cNvPr id="1048743" name="Espace réservé du contenu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744" name="Espace réservé du texte 4"/>
          <p:cNvSpPr>
            <a:spLocks noGrp="1"/>
          </p:cNvSpPr>
          <p:nvPr>
            <p:ph type="body" sz="quarter" idx="3"/>
          </p:nvPr>
        </p:nvSpPr>
        <p:spPr>
          <a:xfrm>
            <a:off x="3484563" y="2046288"/>
            <a:ext cx="3030537" cy="854075"/>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smtClean="0"/>
              <a:t>Cliquez pour modifier les styles du texte du masque</a:t>
            </a:r>
          </a:p>
        </p:txBody>
      </p:sp>
      <p:sp>
        <p:nvSpPr>
          <p:cNvPr id="1048745" name="Espace réservé du contenu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re seul">
    <p:spTree>
      <p:nvGrpSpPr>
        <p:cNvPr id="59" name=""/>
        <p:cNvGrpSpPr/>
        <p:nvPr/>
      </p:nvGrpSpPr>
      <p:grpSpPr>
        <a:xfrm>
          <a:off x="0" y="0"/>
          <a:ext cx="0" cy="0"/>
          <a:chOff x="0" y="0"/>
          <a:chExt cx="0" cy="0"/>
        </a:xfrm>
      </p:grpSpPr>
      <p:sp>
        <p:nvSpPr>
          <p:cNvPr id="1048746" name="Titre 1"/>
          <p:cNvSpPr>
            <a:spLocks noGrp="1"/>
          </p:cNvSpPr>
          <p:nvPr>
            <p:ph type="title"/>
          </p:nvPr>
        </p:nvSpPr>
        <p:spPr/>
        <p:txBody>
          <a:bodyPr/>
          <a:p>
            <a:r>
              <a:rPr lang="fr-FR" smtClean="0"/>
              <a:t>Cliquez pour modifier le style du titre</a:t>
            </a:r>
            <a:endParaRPr lang="fr-F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Vide">
    <p:spTree>
      <p:nvGrpSpPr>
        <p:cNvPr id="60" name=""/>
        <p:cNvGrpSpPr/>
        <p:nvPr/>
      </p:nvGrpSpPr>
      <p:grpSpPr>
        <a:xfrm>
          <a:off x="0" y="0"/>
          <a:ext cx="0" cy="0"/>
          <a:chOff x="0" y="0"/>
          <a:chExt cx="0" cy="0"/>
        </a:xfrm>
      </p:grpSpPr>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u avec légende">
    <p:spTree>
      <p:nvGrpSpPr>
        <p:cNvPr id="61" name=""/>
        <p:cNvGrpSpPr/>
        <p:nvPr/>
      </p:nvGrpSpPr>
      <p:grpSpPr>
        <a:xfrm>
          <a:off x="0" y="0"/>
          <a:ext cx="0" cy="0"/>
          <a:chOff x="0" y="0"/>
          <a:chExt cx="0" cy="0"/>
        </a:xfrm>
      </p:grpSpPr>
      <p:sp>
        <p:nvSpPr>
          <p:cNvPr id="1048747" name="Titre 1"/>
          <p:cNvSpPr>
            <a:spLocks noGrp="1"/>
          </p:cNvSpPr>
          <p:nvPr>
            <p:ph type="title"/>
          </p:nvPr>
        </p:nvSpPr>
        <p:spPr>
          <a:xfrm>
            <a:off x="342900" y="363538"/>
            <a:ext cx="2255838" cy="1549400"/>
          </a:xfrm>
        </p:spPr>
        <p:txBody>
          <a:bodyPr/>
          <a:lstStyle>
            <a:lvl1pPr algn="l">
              <a:defRPr b="1" sz="2000"/>
            </a:lvl1pPr>
          </a:lstStyle>
          <a:p>
            <a:r>
              <a:rPr lang="fr-FR" smtClean="0"/>
              <a:t>Cliquez pour modifier le style du titre</a:t>
            </a:r>
            <a:endParaRPr lang="fr-FR"/>
          </a:p>
        </p:txBody>
      </p:sp>
      <p:sp>
        <p:nvSpPr>
          <p:cNvPr id="1048748" name="Espace réservé du contenu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749" name="Espace réservé du texte 3"/>
          <p:cNvSpPr>
            <a:spLocks noGrp="1"/>
          </p:cNvSpPr>
          <p:nvPr>
            <p:ph type="body" sz="half" idx="2"/>
          </p:nvPr>
        </p:nvSpPr>
        <p:spPr>
          <a:xfrm>
            <a:off x="342900" y="1912938"/>
            <a:ext cx="2255838" cy="6254750"/>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fr-FR" smtClean="0"/>
              <a:t>Cliquez pour modifier les styles du texte du masque</a:t>
            </a: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Image avec légende">
    <p:spTree>
      <p:nvGrpSpPr>
        <p:cNvPr id="62" name=""/>
        <p:cNvGrpSpPr/>
        <p:nvPr/>
      </p:nvGrpSpPr>
      <p:grpSpPr>
        <a:xfrm>
          <a:off x="0" y="0"/>
          <a:ext cx="0" cy="0"/>
          <a:chOff x="0" y="0"/>
          <a:chExt cx="0" cy="0"/>
        </a:xfrm>
      </p:grpSpPr>
      <p:sp>
        <p:nvSpPr>
          <p:cNvPr id="1048750" name="Titre 1"/>
          <p:cNvSpPr>
            <a:spLocks noGrp="1"/>
          </p:cNvSpPr>
          <p:nvPr>
            <p:ph type="title"/>
          </p:nvPr>
        </p:nvSpPr>
        <p:spPr>
          <a:xfrm>
            <a:off x="1344613" y="6400800"/>
            <a:ext cx="4114800" cy="755650"/>
          </a:xfrm>
        </p:spPr>
        <p:txBody>
          <a:bodyPr/>
          <a:lstStyle>
            <a:lvl1pPr algn="l">
              <a:defRPr b="1" sz="2000"/>
            </a:lvl1pPr>
          </a:lstStyle>
          <a:p>
            <a:r>
              <a:rPr lang="fr-FR" smtClean="0"/>
              <a:t>Cliquez pour modifier le style du titre</a:t>
            </a:r>
            <a:endParaRPr lang="fr-FR"/>
          </a:p>
        </p:txBody>
      </p:sp>
      <p:sp>
        <p:nvSpPr>
          <p:cNvPr id="1048751" name="Espace réservé pour une image  2"/>
          <p:cNvSpPr>
            <a:spLocks noGrp="1"/>
          </p:cNvSpPr>
          <p:nvPr>
            <p:ph type="pic" idx="1"/>
          </p:nvPr>
        </p:nvSpPr>
        <p:spPr>
          <a:xfrm>
            <a:off x="1344613" y="817563"/>
            <a:ext cx="4114800" cy="54864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Tx/>
              <a:buNone/>
            </a:pPr>
            <a:endParaRPr baseline="0" b="0" cap="none" sz="3200" i="0" kern="0" kumimoji="0" lang="fr-FR" noProof="0" normalizeH="0" spc="0" strike="noStrike" u="none" smtClean="0">
              <a:ln>
                <a:noFill/>
              </a:ln>
              <a:solidFill>
                <a:schemeClr val="tx1"/>
              </a:solidFill>
              <a:effectLst/>
              <a:uLnTx/>
              <a:uFillTx/>
              <a:latin typeface="+mn-lt"/>
              <a:ea typeface="+mn-ea"/>
              <a:cs typeface="+mn-cs"/>
            </a:endParaRPr>
          </a:p>
        </p:txBody>
      </p:sp>
      <p:sp>
        <p:nvSpPr>
          <p:cNvPr id="1048752" name="Espace réservé du texte 3"/>
          <p:cNvSpPr>
            <a:spLocks noGrp="1"/>
          </p:cNvSpPr>
          <p:nvPr>
            <p:ph type="body" sz="half" idx="2"/>
          </p:nvPr>
        </p:nvSpPr>
        <p:spPr>
          <a:xfrm>
            <a:off x="1344613" y="7156450"/>
            <a:ext cx="4114800" cy="1073150"/>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fr-FR" smtClean="0"/>
              <a:t>Cliquez pour modifier les styles du texte du masque</a:t>
            </a: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re et texte vertical">
    <p:spTree>
      <p:nvGrpSpPr>
        <p:cNvPr id="63" name=""/>
        <p:cNvGrpSpPr/>
        <p:nvPr/>
      </p:nvGrpSpPr>
      <p:grpSpPr>
        <a:xfrm>
          <a:off x="0" y="0"/>
          <a:ext cx="0" cy="0"/>
          <a:chOff x="0" y="0"/>
          <a:chExt cx="0" cy="0"/>
        </a:xfrm>
      </p:grpSpPr>
      <p:sp>
        <p:nvSpPr>
          <p:cNvPr id="1048753" name="Titre 1"/>
          <p:cNvSpPr>
            <a:spLocks noGrp="1"/>
          </p:cNvSpPr>
          <p:nvPr>
            <p:ph type="title"/>
          </p:nvPr>
        </p:nvSpPr>
        <p:spPr/>
        <p:txBody>
          <a:bodyPr/>
          <a:p>
            <a:r>
              <a:rPr lang="fr-FR" smtClean="0"/>
              <a:t>Cliquez pour modifier le style du titre</a:t>
            </a:r>
            <a:endParaRPr lang="fr-FR"/>
          </a:p>
        </p:txBody>
      </p:sp>
      <p:sp>
        <p:nvSpPr>
          <p:cNvPr id="1048754" name="Espace réservé du texte vertical 2"/>
          <p:cNvSpPr>
            <a:spLocks noGrp="1"/>
          </p:cNvSpPr>
          <p:nvPr>
            <p:ph type="body" orient="vert" idx="1"/>
          </p:nvPr>
        </p:nvSpPr>
        <p:spPr/>
        <p:txBody>
          <a:bodyPr vert="eaVert"/>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Titre vertical et texte">
    <p:spTree>
      <p:nvGrpSpPr>
        <p:cNvPr id="64" name=""/>
        <p:cNvGrpSpPr/>
        <p:nvPr/>
      </p:nvGrpSpPr>
      <p:grpSpPr>
        <a:xfrm>
          <a:off x="0" y="0"/>
          <a:ext cx="0" cy="0"/>
          <a:chOff x="0" y="0"/>
          <a:chExt cx="0" cy="0"/>
        </a:xfrm>
      </p:grpSpPr>
      <p:sp>
        <p:nvSpPr>
          <p:cNvPr id="1048755" name="Titre vertical 1"/>
          <p:cNvSpPr>
            <a:spLocks noGrp="1"/>
          </p:cNvSpPr>
          <p:nvPr>
            <p:ph type="title" orient="vert"/>
          </p:nvPr>
        </p:nvSpPr>
        <p:spPr>
          <a:xfrm>
            <a:off x="4970463" y="138113"/>
            <a:ext cx="1544637" cy="7937500"/>
          </a:xfrm>
        </p:spPr>
        <p:txBody>
          <a:bodyPr vert="eaVert"/>
          <a:p>
            <a:r>
              <a:rPr lang="fr-FR" smtClean="0"/>
              <a:t>Cliquez pour modifier le style du titre</a:t>
            </a:r>
            <a:endParaRPr lang="fr-FR"/>
          </a:p>
        </p:txBody>
      </p:sp>
      <p:sp>
        <p:nvSpPr>
          <p:cNvPr id="1048756" name="Espace réservé du texte vertical 2"/>
          <p:cNvSpPr>
            <a:spLocks noGrp="1"/>
          </p:cNvSpPr>
          <p:nvPr>
            <p:ph type="body" orient="vert" idx="1"/>
          </p:nvPr>
        </p:nvSpPr>
        <p:spPr>
          <a:xfrm>
            <a:off x="331788" y="138113"/>
            <a:ext cx="4486275" cy="7937500"/>
          </a:xfrm>
        </p:spPr>
        <p:txBody>
          <a:bodyPr vert="eaVert"/>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22" name=""/>
        <p:cNvGrpSpPr/>
        <p:nvPr/>
      </p:nvGrpSpPr>
      <p:grpSpPr>
        <a:xfrm rot="0">
          <a:off x="0" y="0"/>
          <a:ext cx="0" cy="0"/>
          <a:chOff x="0" y="0"/>
          <a:chExt cx="0" cy="0"/>
        </a:xfrm>
      </p:grpSpPr>
      <p:grpSp>
        <p:nvGrpSpPr>
          <p:cNvPr id="23" name=""/>
          <p:cNvGrpSpPr/>
          <p:nvPr/>
        </p:nvGrpSpPr>
        <p:grpSpPr>
          <a:xfrm rot="0">
            <a:off x="-6350" y="0"/>
            <a:ext cx="2125662" cy="9142412"/>
            <a:chOff x="-5" y="0"/>
            <a:chExt cx="1785" cy="4319"/>
          </a:xfrm>
        </p:grpSpPr>
        <p:sp>
          <p:nvSpPr>
            <p:cNvPr id="1048576" name="Freeform 3"/>
            <p:cNvSpPr/>
            <p:nvPr/>
          </p:nvSpPr>
          <p:spPr bwMode="ltGray">
            <a:xfrm rot="0">
              <a:off x="-5" y="3262"/>
              <a:ext cx="472" cy="802"/>
            </a:xfrm>
            <a:custGeom>
              <a:avLst/>
              <a:ah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path>
              </a:pathLst>
            </a:custGeom>
            <a:solidFill>
              <a:schemeClr val="folHlink">
                <a:alpha val="50195"/>
              </a:schemeClr>
            </a:solidFill>
            <a:ln>
              <a:noFill/>
            </a:ln>
          </p:spPr>
        </p:sp>
        <p:grpSp>
          <p:nvGrpSpPr>
            <p:cNvPr id="24" name=""/>
            <p:cNvGrpSpPr/>
            <p:nvPr/>
          </p:nvGrpSpPr>
          <p:grpSpPr>
            <a:xfrm rot="14964908" flipH="1">
              <a:off x="104" y="2441"/>
              <a:ext cx="452" cy="444"/>
              <a:chOff x="1727" y="866"/>
              <a:chExt cx="129" cy="157"/>
            </a:xfrm>
          </p:grpSpPr>
          <p:sp>
            <p:nvSpPr>
              <p:cNvPr id="1048577" name="Freeform 5"/>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578" name="Freeform 6"/>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579" name="Freeform 7"/>
              <p:cNvSpPr/>
              <p:nvPr/>
            </p:nvSpPr>
            <p:spPr bwMode="ltGray">
              <a:xfrm rot="0">
                <a:off x="1772" y="99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sp>
          <p:nvSpPr>
            <p:cNvPr id="1048580" name="Freeform 8"/>
            <p:cNvSpPr/>
            <p:nvPr/>
          </p:nvSpPr>
          <p:spPr bwMode="ltGray">
            <a:xfrm rot="0">
              <a:off x="90" y="1736"/>
              <a:ext cx="712" cy="768"/>
            </a:xfrm>
            <a:custGeom>
              <a:avLst/>
              <a:ah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path>
              </a:pathLst>
            </a:custGeom>
            <a:solidFill>
              <a:schemeClr val="accent2">
                <a:alpha val="50195"/>
              </a:schemeClr>
            </a:solidFill>
            <a:ln>
              <a:noFill/>
            </a:ln>
          </p:spPr>
        </p:sp>
        <p:grpSp>
          <p:nvGrpSpPr>
            <p:cNvPr id="25" name=""/>
            <p:cNvGrpSpPr/>
            <p:nvPr/>
          </p:nvGrpSpPr>
          <p:grpSpPr>
            <a:xfrm rot="416243">
              <a:off x="9" y="1746"/>
              <a:ext cx="1771" cy="1741"/>
              <a:chOff x="41" y="2787"/>
              <a:chExt cx="902" cy="833"/>
            </a:xfrm>
          </p:grpSpPr>
          <p:sp>
            <p:nvSpPr>
              <p:cNvPr id="1048581" name="Freeform 10"/>
              <p:cNvSpPr/>
              <p:nvPr/>
            </p:nvSpPr>
            <p:spPr bwMode="ltGray">
              <a:xfrm rot="373330" flipH="1">
                <a:off x="125" y="2787"/>
                <a:ext cx="312" cy="303"/>
              </a:xfrm>
              <a:custGeom>
                <a:avLst/>
                <a:ah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path>
                </a:pathLst>
              </a:custGeom>
              <a:solidFill>
                <a:schemeClr val="accent2">
                  <a:alpha val="100000"/>
                </a:schemeClr>
              </a:solidFill>
              <a:ln>
                <a:noFill/>
              </a:ln>
            </p:spPr>
          </p:sp>
          <p:sp>
            <p:nvSpPr>
              <p:cNvPr id="1048582" name="Freeform 11"/>
              <p:cNvSpPr/>
              <p:nvPr/>
            </p:nvSpPr>
            <p:spPr bwMode="ltGray">
              <a:xfrm rot="373330" flipH="1">
                <a:off x="41" y="2843"/>
                <a:ext cx="262" cy="308"/>
              </a:xfrm>
              <a:custGeom>
                <a:avLst/>
                <a:ah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path>
                </a:pathLst>
              </a:custGeom>
              <a:solidFill>
                <a:schemeClr val="accent2">
                  <a:alpha val="100000"/>
                </a:schemeClr>
              </a:solidFill>
              <a:ln>
                <a:noFill/>
              </a:ln>
            </p:spPr>
          </p:sp>
          <p:sp>
            <p:nvSpPr>
              <p:cNvPr id="1048583" name="Freeform 12"/>
              <p:cNvSpPr/>
              <p:nvPr/>
            </p:nvSpPr>
            <p:spPr bwMode="ltGray">
              <a:xfrm rot="373330" flipH="1">
                <a:off x="121" y="2907"/>
                <a:ext cx="93" cy="156"/>
              </a:xfrm>
              <a:custGeom>
                <a:avLst/>
                <a:ah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path>
                </a:pathLst>
              </a:custGeom>
              <a:solidFill>
                <a:schemeClr val="accent2">
                  <a:alpha val="100000"/>
                </a:schemeClr>
              </a:solidFill>
              <a:ln>
                <a:noFill/>
              </a:ln>
            </p:spPr>
          </p:sp>
          <p:sp>
            <p:nvSpPr>
              <p:cNvPr id="1048584" name="Freeform 13"/>
              <p:cNvSpPr/>
              <p:nvPr/>
            </p:nvSpPr>
            <p:spPr bwMode="ltGray">
              <a:xfrm rot="373330" flipH="1">
                <a:off x="313" y="3110"/>
                <a:ext cx="86" cy="93"/>
              </a:xfrm>
              <a:custGeom>
                <a:avLst/>
                <a:ah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path>
                </a:pathLst>
              </a:custGeom>
              <a:solidFill>
                <a:schemeClr val="accent2">
                  <a:alpha val="100000"/>
                </a:schemeClr>
              </a:solidFill>
              <a:ln>
                <a:noFill/>
              </a:ln>
            </p:spPr>
          </p:sp>
          <p:sp>
            <p:nvSpPr>
              <p:cNvPr id="1048585" name="Freeform 14"/>
              <p:cNvSpPr/>
              <p:nvPr/>
            </p:nvSpPr>
            <p:spPr bwMode="ltGray">
              <a:xfrm rot="373330" flipH="1">
                <a:off x="289" y="3135"/>
                <a:ext cx="21" cy="55"/>
              </a:xfrm>
              <a:custGeom>
                <a:avLst/>
                <a:ah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path>
                </a:pathLst>
              </a:custGeom>
              <a:solidFill>
                <a:schemeClr val="accent2">
                  <a:alpha val="100000"/>
                </a:schemeClr>
              </a:solidFill>
              <a:ln>
                <a:noFill/>
              </a:ln>
            </p:spPr>
          </p:sp>
          <p:grpSp>
            <p:nvGrpSpPr>
              <p:cNvPr id="26" name=""/>
              <p:cNvGrpSpPr/>
              <p:nvPr/>
            </p:nvGrpSpPr>
            <p:grpSpPr>
              <a:xfrm rot="10886446" flipH="1">
                <a:off x="335" y="3251"/>
                <a:ext cx="608" cy="369"/>
                <a:chOff x="-366" y="1704"/>
                <a:chExt cx="608" cy="369"/>
              </a:xfrm>
            </p:grpSpPr>
            <p:sp>
              <p:nvSpPr>
                <p:cNvPr id="1048586" name="Freeform 16"/>
                <p:cNvSpPr/>
                <p:nvPr/>
              </p:nvSpPr>
              <p:spPr bwMode="ltGray">
                <a:xfrm rot="4200090">
                  <a:off x="-241" y="1803"/>
                  <a:ext cx="143" cy="390"/>
                </a:xfrm>
                <a:custGeom>
                  <a:avLst/>
                  <a:ah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path>
                  </a:pathLst>
                </a:custGeom>
                <a:solidFill>
                  <a:schemeClr val="accent2">
                    <a:alpha val="100000"/>
                  </a:schemeClr>
                </a:solidFill>
                <a:ln>
                  <a:noFill/>
                </a:ln>
              </p:spPr>
            </p:sp>
            <p:sp>
              <p:nvSpPr>
                <p:cNvPr id="1048587" name="Freeform 17"/>
                <p:cNvSpPr/>
                <p:nvPr/>
              </p:nvSpPr>
              <p:spPr bwMode="ltGray">
                <a:xfrm rot="4200090">
                  <a:off x="125" y="1760"/>
                  <a:ext cx="33" cy="160"/>
                </a:xfrm>
                <a:custGeom>
                  <a:avLst/>
                  <a:ah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path>
                  </a:pathLst>
                </a:custGeom>
                <a:solidFill>
                  <a:schemeClr val="accent2">
                    <a:alpha val="100000"/>
                  </a:schemeClr>
                </a:solidFill>
                <a:ln>
                  <a:noFill/>
                </a:ln>
              </p:spPr>
            </p:sp>
            <p:sp>
              <p:nvSpPr>
                <p:cNvPr id="1048588" name="Freeform 18"/>
                <p:cNvSpPr/>
                <p:nvPr/>
              </p:nvSpPr>
              <p:spPr bwMode="ltGray">
                <a:xfrm rot="4200090">
                  <a:off x="188" y="1724"/>
                  <a:ext cx="60" cy="26"/>
                </a:xfrm>
                <a:custGeom>
                  <a:avLst/>
                  <a:ah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path>
                  </a:pathLst>
                </a:custGeom>
                <a:solidFill>
                  <a:schemeClr val="accent2">
                    <a:alpha val="100000"/>
                  </a:schemeClr>
                </a:solidFill>
                <a:ln>
                  <a:noFill/>
                </a:ln>
              </p:spPr>
            </p:sp>
          </p:grpSp>
        </p:grpSp>
        <p:grpSp>
          <p:nvGrpSpPr>
            <p:cNvPr id="27" name=""/>
            <p:cNvGrpSpPr/>
            <p:nvPr/>
          </p:nvGrpSpPr>
          <p:grpSpPr>
            <a:xfrm rot="6248562">
              <a:off x="343" y="3854"/>
              <a:ext cx="392" cy="424"/>
              <a:chOff x="1727" y="866"/>
              <a:chExt cx="129" cy="157"/>
            </a:xfrm>
          </p:grpSpPr>
          <p:sp>
            <p:nvSpPr>
              <p:cNvPr id="1048589" name="Freeform 20"/>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590" name="Freeform 21"/>
              <p:cNvSpPr/>
              <p:nvPr/>
            </p:nvSpPr>
            <p:spPr bwMode="ltGray">
              <a:xfrm rot="0">
                <a:off x="1786" y="916"/>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591" name="Freeform 22"/>
              <p:cNvSpPr/>
              <p:nvPr/>
            </p:nvSpPr>
            <p:spPr bwMode="ltGray">
              <a:xfrm rot="0">
                <a:off x="1772" y="100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grpSp>
          <p:nvGrpSpPr>
            <p:cNvPr id="28" name=""/>
            <p:cNvGrpSpPr/>
            <p:nvPr/>
          </p:nvGrpSpPr>
          <p:grpSpPr>
            <a:xfrm rot="5003157">
              <a:off x="249" y="1102"/>
              <a:ext cx="412" cy="500"/>
              <a:chOff x="1727" y="866"/>
              <a:chExt cx="129" cy="157"/>
            </a:xfrm>
          </p:grpSpPr>
          <p:sp>
            <p:nvSpPr>
              <p:cNvPr id="1048592" name="Freeform 24"/>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593" name="Freeform 25"/>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594" name="Freeform 26"/>
              <p:cNvSpPr/>
              <p:nvPr/>
            </p:nvSpPr>
            <p:spPr bwMode="ltGray">
              <a:xfrm rot="0">
                <a:off x="1772" y="997"/>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grpSp>
          <p:nvGrpSpPr>
            <p:cNvPr id="29" name=""/>
            <p:cNvGrpSpPr/>
            <p:nvPr/>
          </p:nvGrpSpPr>
          <p:grpSpPr>
            <a:xfrm rot="0">
              <a:off x="815" y="0"/>
              <a:ext cx="345" cy="367"/>
              <a:chOff x="1727" y="866"/>
              <a:chExt cx="129" cy="157"/>
            </a:xfrm>
          </p:grpSpPr>
          <p:sp>
            <p:nvSpPr>
              <p:cNvPr id="1048595" name="Freeform 28"/>
              <p:cNvSpPr/>
              <p:nvPr/>
            </p:nvSpPr>
            <p:spPr bwMode="ltGray">
              <a:xfrm rot="0">
                <a:off x="1727" y="866"/>
                <a:ext cx="41" cy="59"/>
              </a:xfrm>
              <a:custGeom>
                <a:avLst/>
                <a:ahLst/>
                <a:rect l="0" t="0" r="r" b="b"/>
                <a:pathLst>
                  <a:path w="83" h="117">
                    <a:moveTo>
                      <a:pt x="83" y="28"/>
                    </a:moveTo>
                    <a:lnTo>
                      <a:pt x="27" y="0"/>
                    </a:lnTo>
                    <a:lnTo>
                      <a:pt x="0" y="117"/>
                    </a:lnTo>
                    <a:lnTo>
                      <a:pt x="83" y="28"/>
                    </a:lnTo>
                  </a:path>
                </a:pathLst>
              </a:custGeom>
              <a:solidFill>
                <a:schemeClr val="dk2">
                  <a:alpha val="100000"/>
                </a:schemeClr>
              </a:solidFill>
              <a:ln>
                <a:noFill/>
              </a:ln>
            </p:spPr>
          </p:sp>
          <p:sp>
            <p:nvSpPr>
              <p:cNvPr id="1048596" name="Freeform 29"/>
              <p:cNvSpPr/>
              <p:nvPr/>
            </p:nvSpPr>
            <p:spPr bwMode="ltGray">
              <a:xfrm rot="0">
                <a:off x="1786" y="894"/>
                <a:ext cx="70" cy="49"/>
              </a:xfrm>
              <a:custGeom>
                <a:avLst/>
                <a:ahLst/>
                <a:rect l="0" t="0" r="r" b="b"/>
                <a:pathLst>
                  <a:path w="140" h="98">
                    <a:moveTo>
                      <a:pt x="0" y="98"/>
                    </a:moveTo>
                    <a:lnTo>
                      <a:pt x="118" y="0"/>
                    </a:lnTo>
                    <a:lnTo>
                      <a:pt x="140" y="49"/>
                    </a:lnTo>
                    <a:lnTo>
                      <a:pt x="0" y="98"/>
                    </a:lnTo>
                  </a:path>
                </a:pathLst>
              </a:custGeom>
              <a:solidFill>
                <a:schemeClr val="dk2">
                  <a:alpha val="100000"/>
                </a:schemeClr>
              </a:solidFill>
              <a:ln>
                <a:noFill/>
              </a:ln>
            </p:spPr>
          </p:sp>
          <p:sp>
            <p:nvSpPr>
              <p:cNvPr id="1048597" name="Freeform 30"/>
              <p:cNvSpPr/>
              <p:nvPr/>
            </p:nvSpPr>
            <p:spPr bwMode="ltGray">
              <a:xfrm rot="0">
                <a:off x="1772" y="998"/>
                <a:ext cx="73" cy="25"/>
              </a:xfrm>
              <a:custGeom>
                <a:avLst/>
                <a:ahLst/>
                <a:rect l="0" t="0" r="r" b="b"/>
                <a:pathLst>
                  <a:path w="145" h="49">
                    <a:moveTo>
                      <a:pt x="0" y="7"/>
                    </a:moveTo>
                    <a:lnTo>
                      <a:pt x="145" y="0"/>
                    </a:lnTo>
                    <a:lnTo>
                      <a:pt x="131" y="49"/>
                    </a:lnTo>
                    <a:lnTo>
                      <a:pt x="0" y="7"/>
                    </a:lnTo>
                  </a:path>
                </a:pathLst>
              </a:custGeom>
              <a:solidFill>
                <a:schemeClr val="dk2">
                  <a:alpha val="100000"/>
                </a:schemeClr>
              </a:solidFill>
              <a:ln>
                <a:noFill/>
              </a:ln>
            </p:spPr>
          </p:sp>
        </p:grpSp>
        <p:sp>
          <p:nvSpPr>
            <p:cNvPr id="1048598" name="Freeform 31"/>
            <p:cNvSpPr/>
            <p:nvPr/>
          </p:nvSpPr>
          <p:spPr bwMode="ltGray">
            <a:xfrm rot="0">
              <a:off x="87" y="94"/>
              <a:ext cx="699" cy="756"/>
            </a:xfrm>
            <a:custGeom>
              <a:avLst/>
              <a:ah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path>
              </a:pathLst>
            </a:custGeom>
            <a:solidFill>
              <a:schemeClr val="accent1">
                <a:alpha val="50195"/>
              </a:schemeClr>
            </a:solidFill>
            <a:ln>
              <a:noFill/>
            </a:ln>
          </p:spPr>
        </p:sp>
        <p:sp>
          <p:nvSpPr>
            <p:cNvPr id="1048599" name="Freeform 32"/>
            <p:cNvSpPr/>
            <p:nvPr/>
          </p:nvSpPr>
          <p:spPr bwMode="ltGray">
            <a:xfrm rot="828663">
              <a:off x="242" y="3404"/>
              <a:ext cx="132" cy="167"/>
            </a:xfrm>
            <a:custGeom>
              <a:avLst/>
              <a:ah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path>
              </a:pathLst>
            </a:custGeom>
            <a:solidFill>
              <a:schemeClr val="folHlink">
                <a:alpha val="100000"/>
              </a:schemeClr>
            </a:solidFill>
            <a:ln>
              <a:noFill/>
            </a:ln>
          </p:spPr>
        </p:sp>
        <p:sp>
          <p:nvSpPr>
            <p:cNvPr id="1048600" name="Freeform 33"/>
            <p:cNvSpPr/>
            <p:nvPr/>
          </p:nvSpPr>
          <p:spPr bwMode="ltGray">
            <a:xfrm rot="828663">
              <a:off x="266" y="3592"/>
              <a:ext cx="68" cy="43"/>
            </a:xfrm>
            <a:custGeom>
              <a:avLst/>
              <a:ah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path>
              </a:pathLst>
            </a:custGeom>
            <a:solidFill>
              <a:schemeClr val="folHlink">
                <a:alpha val="100000"/>
              </a:schemeClr>
            </a:solidFill>
            <a:ln>
              <a:noFill/>
            </a:ln>
          </p:spPr>
        </p:sp>
        <p:sp>
          <p:nvSpPr>
            <p:cNvPr id="1048601" name="Freeform 34"/>
            <p:cNvSpPr/>
            <p:nvPr/>
          </p:nvSpPr>
          <p:spPr bwMode="ltGray">
            <a:xfrm rot="0">
              <a:off x="11" y="4110"/>
              <a:ext cx="119" cy="209"/>
            </a:xfrm>
            <a:custGeom>
              <a:avLst/>
              <a:ah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path>
              </a:pathLst>
            </a:custGeom>
            <a:solidFill>
              <a:schemeClr val="folHlink">
                <a:alpha val="100000"/>
              </a:schemeClr>
            </a:solidFill>
            <a:ln>
              <a:noFill/>
            </a:ln>
          </p:spPr>
        </p:sp>
        <p:sp>
          <p:nvSpPr>
            <p:cNvPr id="1048602" name="Freeform 35"/>
            <p:cNvSpPr/>
            <p:nvPr/>
          </p:nvSpPr>
          <p:spPr bwMode="ltGray">
            <a:xfrm rot="0">
              <a:off x="0" y="3968"/>
              <a:ext cx="129" cy="128"/>
            </a:xfrm>
            <a:custGeom>
              <a:avLst/>
              <a:ah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path>
              </a:pathLst>
            </a:custGeom>
            <a:solidFill>
              <a:schemeClr val="folHlink">
                <a:alpha val="100000"/>
              </a:schemeClr>
            </a:solidFill>
            <a:ln>
              <a:noFill/>
            </a:ln>
          </p:spPr>
        </p:sp>
        <p:sp>
          <p:nvSpPr>
            <p:cNvPr id="1048603" name="Freeform 36"/>
            <p:cNvSpPr/>
            <p:nvPr/>
          </p:nvSpPr>
          <p:spPr bwMode="ltGray">
            <a:xfrm rot="0">
              <a:off x="0" y="3949"/>
              <a:ext cx="47" cy="85"/>
            </a:xfrm>
            <a:custGeom>
              <a:avLst/>
              <a:ah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path>
              </a:pathLst>
            </a:custGeom>
            <a:solidFill>
              <a:schemeClr val="folHlink">
                <a:alpha val="100000"/>
              </a:schemeClr>
            </a:solidFill>
            <a:ln>
              <a:noFill/>
            </a:ln>
          </p:spPr>
        </p:sp>
        <p:sp>
          <p:nvSpPr>
            <p:cNvPr id="1048604" name="Freeform 37"/>
            <p:cNvSpPr/>
            <p:nvPr/>
          </p:nvSpPr>
          <p:spPr bwMode="ltGray">
            <a:xfrm rot="0">
              <a:off x="0" y="3239"/>
              <a:ext cx="497" cy="740"/>
            </a:xfrm>
            <a:custGeom>
              <a:avLst/>
              <a:ah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path>
              </a:pathLst>
            </a:custGeom>
            <a:solidFill>
              <a:schemeClr val="folHlink">
                <a:alpha val="100000"/>
              </a:schemeClr>
            </a:solidFill>
            <a:ln>
              <a:noFill/>
            </a:ln>
          </p:spPr>
        </p:sp>
        <p:sp>
          <p:nvSpPr>
            <p:cNvPr id="1048605" name="Freeform 38"/>
            <p:cNvSpPr/>
            <p:nvPr/>
          </p:nvSpPr>
          <p:spPr bwMode="ltGray">
            <a:xfrm rot="1584153">
              <a:off x="20" y="410"/>
              <a:ext cx="344" cy="244"/>
            </a:xfrm>
            <a:custGeom>
              <a:avLst/>
              <a:ah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path>
              </a:pathLst>
            </a:custGeom>
            <a:solidFill>
              <a:schemeClr val="accent1">
                <a:alpha val="100000"/>
              </a:schemeClr>
            </a:solidFill>
            <a:ln>
              <a:noFill/>
            </a:ln>
          </p:spPr>
        </p:sp>
        <p:sp>
          <p:nvSpPr>
            <p:cNvPr id="1048606" name="Freeform 39"/>
            <p:cNvSpPr/>
            <p:nvPr/>
          </p:nvSpPr>
          <p:spPr bwMode="ltGray">
            <a:xfrm rot="1584153">
              <a:off x="242" y="756"/>
              <a:ext cx="168" cy="115"/>
            </a:xfrm>
            <a:custGeom>
              <a:avLst/>
              <a:ah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path>
              </a:pathLst>
            </a:custGeom>
            <a:solidFill>
              <a:schemeClr val="accent1">
                <a:alpha val="100000"/>
              </a:schemeClr>
            </a:solidFill>
            <a:ln>
              <a:noFill/>
            </a:ln>
          </p:spPr>
        </p:sp>
        <p:sp>
          <p:nvSpPr>
            <p:cNvPr id="1048607" name="Freeform 40"/>
            <p:cNvSpPr/>
            <p:nvPr/>
          </p:nvSpPr>
          <p:spPr bwMode="ltGray">
            <a:xfrm rot="1584153">
              <a:off x="574" y="286"/>
              <a:ext cx="148" cy="160"/>
            </a:xfrm>
            <a:custGeom>
              <a:avLst/>
              <a:ah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path>
              </a:pathLst>
            </a:custGeom>
            <a:solidFill>
              <a:schemeClr val="accent1">
                <a:alpha val="100000"/>
              </a:schemeClr>
            </a:solidFill>
            <a:ln>
              <a:noFill/>
            </a:ln>
          </p:spPr>
        </p:sp>
        <p:sp>
          <p:nvSpPr>
            <p:cNvPr id="1048608" name="Freeform 41"/>
            <p:cNvSpPr/>
            <p:nvPr/>
          </p:nvSpPr>
          <p:spPr bwMode="ltGray">
            <a:xfrm rot="1584153">
              <a:off x="236" y="721"/>
              <a:ext cx="61" cy="97"/>
            </a:xfrm>
            <a:custGeom>
              <a:avLst/>
              <a:ah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path>
              </a:pathLst>
            </a:custGeom>
            <a:solidFill>
              <a:schemeClr val="accent1">
                <a:alpha val="100000"/>
              </a:schemeClr>
            </a:solidFill>
            <a:ln>
              <a:noFill/>
            </a:ln>
          </p:spPr>
        </p:sp>
        <p:sp>
          <p:nvSpPr>
            <p:cNvPr id="1048609" name="Freeform 42"/>
            <p:cNvSpPr/>
            <p:nvPr/>
          </p:nvSpPr>
          <p:spPr bwMode="ltGray">
            <a:xfrm rot="1584153">
              <a:off x="586" y="466"/>
              <a:ext cx="72" cy="41"/>
            </a:xfrm>
            <a:custGeom>
              <a:avLst/>
              <a:ah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path>
              </a:pathLst>
            </a:custGeom>
            <a:solidFill>
              <a:schemeClr val="accent1">
                <a:alpha val="100000"/>
              </a:schemeClr>
            </a:solidFill>
            <a:ln>
              <a:noFill/>
            </a:ln>
          </p:spPr>
        </p:sp>
        <p:sp>
          <p:nvSpPr>
            <p:cNvPr id="1048610" name="Freeform 43"/>
            <p:cNvSpPr/>
            <p:nvPr/>
          </p:nvSpPr>
          <p:spPr bwMode="ltGray">
            <a:xfrm rot="0">
              <a:off x="0" y="886"/>
              <a:ext cx="360" cy="650"/>
            </a:xfrm>
            <a:custGeom>
              <a:avLst/>
              <a:ah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path>
              </a:pathLst>
            </a:custGeom>
            <a:solidFill>
              <a:schemeClr val="accent1">
                <a:alpha val="100000"/>
              </a:schemeClr>
            </a:solidFill>
            <a:ln>
              <a:noFill/>
            </a:ln>
          </p:spPr>
        </p:sp>
        <p:sp>
          <p:nvSpPr>
            <p:cNvPr id="1048611" name="Freeform 44"/>
            <p:cNvSpPr/>
            <p:nvPr/>
          </p:nvSpPr>
          <p:spPr bwMode="ltGray">
            <a:xfrm rot="1584153">
              <a:off x="56" y="84"/>
              <a:ext cx="804" cy="686"/>
            </a:xfrm>
            <a:custGeom>
              <a:avLst/>
              <a:ah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path>
              </a:pathLst>
            </a:custGeom>
            <a:solidFill>
              <a:schemeClr val="accent1">
                <a:alpha val="100000"/>
              </a:schemeClr>
            </a:solidFill>
            <a:ln>
              <a:noFill/>
            </a:ln>
          </p:spPr>
        </p:sp>
      </p:grpSp>
      <p:sp>
        <p:nvSpPr>
          <p:cNvPr id="1048612" name="Rectangle 45"/>
          <p:cNvSpPr/>
          <p:nvPr>
            <p:ph type="title" sz="full" idx="0"/>
          </p:nvPr>
        </p:nvSpPr>
        <p:spPr>
          <a:xfrm rot="0">
            <a:off x="331787" y="138112"/>
            <a:ext cx="6183312" cy="1752600"/>
          </a:xfrm>
          <a:prstGeom prst="rect"/>
          <a:noFill/>
          <a:ln>
            <a:noFill/>
          </a:ln>
        </p:spPr>
        <p:txBody>
          <a:bodyPr anchor="b" bIns="45720" lIns="91440" rIns="91440" tIns="45720" vert="horz"/>
          <a:p>
            <a:pPr lvl="0"/>
            <a:r>
              <a:rPr altLang="en-US" lang="fr-FR"/>
              <a:t>Cliquez pour modifier le style du titre</a:t>
            </a:r>
          </a:p>
        </p:txBody>
      </p:sp>
      <p:sp>
        <p:nvSpPr>
          <p:cNvPr id="1048613" name="Rectangle 46"/>
          <p:cNvSpPr/>
          <p:nvPr>
            <p:ph type="body" sz="full" idx="1"/>
          </p:nvPr>
        </p:nvSpPr>
        <p:spPr>
          <a:xfrm rot="0">
            <a:off x="342900" y="2133600"/>
            <a:ext cx="6172200" cy="5942012"/>
          </a:xfrm>
          <a:prstGeom prst="rect"/>
          <a:noFill/>
          <a:ln>
            <a:noFill/>
          </a:ln>
        </p:spPr>
        <p:txBody>
          <a:bodyPr anchor="t" bIns="45720" lIns="91440" rIns="91440" tIns="45720" vert="horz"/>
          <a:p>
            <a:pPr lvl="0"/>
            <a:r>
              <a:rPr altLang="fr-FR" lang="fr-FR"/>
              <a:t>Cliquez pour modifier les styles du texte du masque</a:t>
            </a:r>
          </a:p>
          <a:p>
            <a:pPr lvl="1"/>
            <a:r>
              <a:rPr altLang="fr-FR" lang="fr-FR"/>
              <a:t>Deuxième niveau</a:t>
            </a:r>
          </a:p>
          <a:p>
            <a:pPr lvl="2"/>
            <a:r>
              <a:rPr altLang="fr-FR" lang="fr-FR"/>
              <a:t>Troisième niveau</a:t>
            </a:r>
          </a:p>
          <a:p>
            <a:pPr lvl="3"/>
            <a:r>
              <a:rPr altLang="fr-FR" lang="fr-FR"/>
              <a:t>Quatrième niveau</a:t>
            </a:r>
          </a:p>
          <a:p>
            <a:pPr lvl="4"/>
            <a:r>
              <a:rPr altLang="fr-FR" lang="fr-FR"/>
              <a:t>Cinquième niveau</a:t>
            </a:r>
          </a:p>
        </p:txBody>
      </p:sp>
      <p:sp>
        <p:nvSpPr>
          <p:cNvPr id="1048614" name="Rectangle 47"/>
          <p:cNvSpPr/>
          <p:nvPr>
            <p:ph type="dt" sz="half" idx="2"/>
          </p:nvPr>
        </p:nvSpPr>
        <p:spPr>
          <a:xfrm rot="0">
            <a:off x="342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eaLnBrk="1" hangingPunct="1" lvl="0"/>
            <a:endParaRPr altLang="en-US" sz="1400" lang="fr-FR"/>
          </a:p>
        </p:txBody>
      </p:sp>
      <p:sp>
        <p:nvSpPr>
          <p:cNvPr id="1048615" name="Rectangle 48"/>
          <p:cNvSpPr/>
          <p:nvPr>
            <p:ph type="ftr" sz="quarter" idx="3"/>
          </p:nvPr>
        </p:nvSpPr>
        <p:spPr>
          <a:xfrm rot="0">
            <a:off x="2343150" y="8331200"/>
            <a:ext cx="21717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ctr" eaLnBrk="1" hangingPunct="1" lvl="0"/>
            <a:endParaRPr altLang="en-US" sz="1400" lang="fr-FR"/>
          </a:p>
        </p:txBody>
      </p:sp>
      <p:sp>
        <p:nvSpPr>
          <p:cNvPr id="1048616" name="Rectangle 49"/>
          <p:cNvSpPr/>
          <p:nvPr>
            <p:ph type="sldNum" sz="quarter" idx="4"/>
          </p:nvPr>
        </p:nvSpPr>
        <p:spPr>
          <a:xfrm rot="0">
            <a:off x="4914900" y="8324850"/>
            <a:ext cx="1600200" cy="6096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Verdana" pitchFamily="34" charset="0"/>
                <a:sym typeface="Verdana" pitchFamily="34" charset="0"/>
              </a:defRPr>
            </a:lvl5pPr>
          </a:lstStyle>
          <a:p>
            <a:pPr algn="r" eaLnBrk="1" hangingPunct="1" lvl="0"/>
            <a:fld id="{566ABCEB-ACFC-4714-9973-3DA970169C29}" type="slidenum">
              <a:rPr altLang="en-US" sz="1400" lang="fr-FR"/>
              <a:pPr algn="r" eaLnBrk="1" hangingPunct="1" lvl="0"/>
            </a:fld>
            <a:endParaRPr altLang="en-US" sz="1400" lang="fr-FR"/>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ctr" eaLnBrk="0" fontAlgn="base" hangingPunct="0" rtl="0">
        <a:lnSpc>
          <a:spcPct val="90000"/>
        </a:lnSpc>
        <a:spcBef>
          <a:spcPct val="0"/>
        </a:spcBef>
        <a:spcAft>
          <a:spcPct val="0"/>
        </a:spcAft>
        <a:defRPr sz="4400">
          <a:solidFill>
            <a:schemeClr val="tx2"/>
          </a:solidFill>
          <a:effectLst>
            <a:outerShdw algn="tl" blurRad="38100" dir="2700000" dist="38100">
              <a:srgbClr val="C0C0C0"/>
            </a:outerShdw>
          </a:effectLst>
          <a:latin typeface="+mj-lt"/>
          <a:ea typeface="+mj-ea"/>
          <a:cs typeface="+mj-cs"/>
        </a:defRPr>
      </a:lvl1pPr>
      <a:lvl2pPr algn="ctr" eaLnBrk="0" fontAlgn="base" hangingPunct="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2pPr>
      <a:lvl3pPr algn="ctr" eaLnBrk="0" fontAlgn="base" hangingPunct="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3pPr>
      <a:lvl4pPr algn="ctr" eaLnBrk="0" fontAlgn="base" hangingPunct="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4pPr>
      <a:lvl5pPr algn="ctr" eaLnBrk="0" fontAlgn="base" hangingPunct="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5pPr>
      <a:lvl6pPr algn="ctr" fontAlgn="base" marL="45720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6pPr>
      <a:lvl7pPr algn="ctr" fontAlgn="base" marL="91440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7pPr>
      <a:lvl8pPr algn="ctr" fontAlgn="base" marL="137160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8pPr>
      <a:lvl9pPr algn="ctr" fontAlgn="base" marL="1828800" rtl="0">
        <a:lnSpc>
          <a:spcPct val="90000"/>
        </a:lnSpc>
        <a:spcBef>
          <a:spcPct val="0"/>
        </a:spcBef>
        <a:spcAft>
          <a:spcPct val="0"/>
        </a:spcAft>
        <a:defRPr sz="4400">
          <a:solidFill>
            <a:schemeClr val="tx2"/>
          </a:solidFill>
          <a:effectLst>
            <a:outerShdw algn="tl" blurRad="38100" dir="2700000" dist="38100">
              <a:srgbClr val="C0C0C0"/>
            </a:outerShdw>
          </a:effectLst>
          <a:latin typeface="Verdana" pitchFamily="34" charset="0"/>
        </a:defRPr>
      </a:lvl9pPr>
    </p:titleStyle>
    <p:bodyStyle>
      <a:lvl1pPr algn="l" eaLnBrk="0" fontAlgn="base" hangingPunct="0" indent="-342900" marL="342900" rtl="0">
        <a:spcBef>
          <a:spcPct val="20000"/>
        </a:spcBef>
        <a:spcAft>
          <a:spcPct val="0"/>
        </a:spcAft>
        <a:buChar char="•"/>
        <a:defRPr sz="3200">
          <a:solidFill>
            <a:schemeClr val="tx1"/>
          </a:solidFill>
          <a:latin typeface="+mn-lt"/>
          <a:ea typeface="+mn-ea"/>
          <a:cs typeface="+mn-cs"/>
        </a:defRPr>
      </a:lvl1pPr>
      <a:lvl2pPr algn="l" eaLnBrk="0" fontAlgn="base" hangingPunct="0" indent="-285750" marL="742950" rtl="0">
        <a:spcBef>
          <a:spcPct val="20000"/>
        </a:spcBef>
        <a:spcAft>
          <a:spcPct val="0"/>
        </a:spcAft>
        <a:buChar char="–"/>
        <a:defRPr sz="2800">
          <a:solidFill>
            <a:schemeClr val="tx1"/>
          </a:solidFill>
          <a:latin typeface="+mn-lt"/>
        </a:defRPr>
      </a:lvl2pPr>
      <a:lvl3pPr algn="l" eaLnBrk="0" fontAlgn="base" hangingPunct="0" indent="-228600" marL="1143000" rtl="0">
        <a:spcBef>
          <a:spcPct val="20000"/>
        </a:spcBef>
        <a:spcAft>
          <a:spcPct val="0"/>
        </a:spcAft>
        <a:buChar char="•"/>
        <a:defRPr sz="2400">
          <a:solidFill>
            <a:schemeClr val="tx1"/>
          </a:solidFill>
          <a:latin typeface="+mn-lt"/>
        </a:defRPr>
      </a:lvl3pPr>
      <a:lvl4pPr algn="l" eaLnBrk="0" fontAlgn="base" hangingPunct="0" indent="-228600" marL="1600200" rtl="0">
        <a:spcBef>
          <a:spcPct val="20000"/>
        </a:spcBef>
        <a:spcAft>
          <a:spcPct val="0"/>
        </a:spcAft>
        <a:buChar char="–"/>
        <a:defRPr sz="2000">
          <a:solidFill>
            <a:schemeClr val="tx1"/>
          </a:solidFill>
          <a:latin typeface="+mn-lt"/>
        </a:defRPr>
      </a:lvl4pPr>
      <a:lvl5pPr algn="l" eaLnBrk="0" fontAlgn="base" hangingPunct="0" indent="-228600" marL="2057400" rtl="0">
        <a:spcBef>
          <a:spcPct val="20000"/>
        </a:spcBef>
        <a:spcAft>
          <a:spcPct val="0"/>
        </a:spcAft>
        <a:buChar char="»"/>
        <a:defRPr sz="2000">
          <a:solidFill>
            <a:schemeClr val="tx1"/>
          </a:solidFill>
          <a:latin typeface="+mn-lt"/>
        </a:defRPr>
      </a:lvl5pPr>
      <a:lvl6pPr algn="l" fontAlgn="base" indent="-228600" marL="2514600" rtl="0">
        <a:spcBef>
          <a:spcPct val="20000"/>
        </a:spcBef>
        <a:spcAft>
          <a:spcPct val="0"/>
        </a:spcAft>
        <a:buChar char="»"/>
        <a:defRPr sz="2000">
          <a:solidFill>
            <a:schemeClr val="tx1"/>
          </a:solidFill>
          <a:latin typeface="+mn-lt"/>
        </a:defRPr>
      </a:lvl6pPr>
      <a:lvl7pPr algn="l" fontAlgn="base" indent="-228600" marL="2971800" rtl="0">
        <a:spcBef>
          <a:spcPct val="20000"/>
        </a:spcBef>
        <a:spcAft>
          <a:spcPct val="0"/>
        </a:spcAft>
        <a:buChar char="»"/>
        <a:defRPr sz="2000">
          <a:solidFill>
            <a:schemeClr val="tx1"/>
          </a:solidFill>
          <a:latin typeface="+mn-lt"/>
        </a:defRPr>
      </a:lvl7pPr>
      <a:lvl8pPr algn="l" fontAlgn="base" indent="-228600" marL="3429000" rtl="0">
        <a:spcBef>
          <a:spcPct val="20000"/>
        </a:spcBef>
        <a:spcAft>
          <a:spcPct val="0"/>
        </a:spcAft>
        <a:buChar char="»"/>
        <a:defRPr sz="2000">
          <a:solidFill>
            <a:schemeClr val="tx1"/>
          </a:solidFill>
          <a:latin typeface="+mn-lt"/>
        </a:defRPr>
      </a:lvl8pPr>
      <a:lvl9pPr algn="l" fontAlgn="base" indent="-228600" marL="3886200" rtl="0">
        <a:spcBef>
          <a:spcPct val="20000"/>
        </a:spcBef>
        <a:spcAft>
          <a:spcPct val="0"/>
        </a:spcAft>
        <a:buChar char="»"/>
        <a:defRPr sz="2000">
          <a:solidFill>
            <a:schemeClr val="tx1"/>
          </a:solidFill>
          <a:latin typeface="+mn-lt"/>
        </a:defRPr>
      </a:lvl9pPr>
    </p:bodyStyle>
    <p:otherStyle>
      <a:defPPr>
        <a:defRPr lang="fr-FR"/>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oleObject" Target="../embeddings/oleObject0.bin"/><Relationship Id="rId3" Type="http://schemas.openxmlformats.org/officeDocument/2006/relationships/image" Target="../media/image2.emf"/><Relationship Id="rId4" Type="http://schemas.openxmlformats.org/officeDocument/2006/relationships/image" Target="../media/image3.jpe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1" showMasterSp="1">
  <p:cSld>
    <p:bg bwMode="white">
      <p:bgPr>
        <a:blipFill rotWithShape="0">
          <a:blip xmlns:r="http://schemas.openxmlformats.org/officeDocument/2006/relationships" r:embed="rId1">
            <a:alphaModFix amt="100000"/>
          </a:blip>
          <a:srcRect/>
          <a:tile algn="tl" flip="none" sx="100000" sy="100000" tx="0" ty="0"/>
        </a:blipFill>
      </p:bgPr>
    </p:bg>
    <p:spTree>
      <p:nvGrpSpPr>
        <p:cNvPr id="40" name=""/>
        <p:cNvGrpSpPr/>
        <p:nvPr/>
      </p:nvGrpSpPr>
      <p:grpSpPr>
        <a:xfrm rot="0">
          <a:off x="0" y="0"/>
          <a:ext cx="0" cy="0"/>
          <a:chOff x="0" y="0"/>
          <a:chExt cx="0" cy="0"/>
        </a:xfrm>
      </p:grpSpPr>
      <p:sp>
        <p:nvSpPr>
          <p:cNvPr id="1048659" name="Rectangle 120"/>
          <p:cNvSpPr/>
          <p:nvPr/>
        </p:nvSpPr>
        <p:spPr>
          <a:xfrm rot="0">
            <a:off x="114300" y="-171450"/>
            <a:ext cx="6858000" cy="369887"/>
          </a:xfrm>
          <a:prstGeom prst="rect"/>
          <a:noFill/>
          <a:ln>
            <a:noFill/>
          </a:ln>
        </p:spPr>
        <p:txBody>
          <a:bodyPr anchor="ctr"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eaLnBrk="1" hangingPunct="1" indent="0" lvl="0" marL="0">
              <a:spcBef>
                <a:spcPct val="0"/>
              </a:spcBef>
              <a:buFontTx/>
              <a:buNone/>
            </a:pPr>
            <a:endParaRPr altLang="fr-FR" sz="1800" lang="fr-FR"/>
          </a:p>
        </p:txBody>
      </p:sp>
      <p:sp>
        <p:nvSpPr>
          <p:cNvPr id="1048660" name="Rectangle 122"/>
          <p:cNvSpPr/>
          <p:nvPr/>
        </p:nvSpPr>
        <p:spPr>
          <a:xfrm rot="0">
            <a:off x="212725" y="1291454"/>
            <a:ext cx="6243637" cy="634953"/>
          </a:xfrm>
          <a:prstGeom prst="rect"/>
          <a:noFill/>
          <a:ln>
            <a:noFill/>
          </a:ln>
        </p:spPr>
        <p:txBody>
          <a:bodyPr anchor="ctr" bIns="0" lIns="91440" rIns="91440" tIns="152352"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algn="ctr" indent="0" lvl="0" marL="0">
              <a:spcBef>
                <a:spcPct val="0"/>
              </a:spcBef>
              <a:buFontTx/>
              <a:buNone/>
            </a:pPr>
            <a:r>
              <a:rPr altLang="fr-FR" b="1" sz="1600" lang="fr-FR">
                <a:latin typeface="Bell MT" pitchFamily="18" charset="0"/>
              </a:rPr>
              <a:t>MENTION DE MATHEMATIQUES, STATISTIQUE ET INFORMATIQUE</a:t>
            </a:r>
          </a:p>
          <a:p>
            <a:pPr algn="ctr" eaLnBrk="1" hangingPunct="1" indent="0" lvl="0" marL="0">
              <a:spcBef>
                <a:spcPct val="0"/>
              </a:spcBef>
              <a:buFontTx/>
              <a:buNone/>
            </a:pPr>
            <a:r>
              <a:rPr altLang="fr-FR" b="1" sz="1600" lang="fr-FR">
                <a:latin typeface="Bell MT" pitchFamily="18" charset="0"/>
              </a:rPr>
              <a:t>B.P 190 KINSHASA XI </a:t>
            </a:r>
          </a:p>
        </p:txBody>
      </p:sp>
      <p:graphicFrame>
        <p:nvGraphicFramePr>
          <p:cNvPr id="4194304" name=""/>
          <p:cNvGraphicFramePr>
            <a:graphicFrameLocks/>
          </p:cNvGraphicFramePr>
          <p:nvPr/>
        </p:nvGraphicFramePr>
        <p:xfrm rot="0">
          <a:off x="1098550" y="0"/>
          <a:ext cx="4522787" cy="1331912"/>
        </p:xfrm>
        <a:graphic>
          <a:graphicData uri="http://schemas.openxmlformats.org/presentationml/2006/ole">
            <mc:AlternateContent xmlns:mc="http://schemas.openxmlformats.org/markup-compatibility/2006">
              <mc:Choice xmlns:v="urn:schemas-microsoft-com:vml" Requires="v">
                <p:oleObj name="Document" r:id="rId2" spid="" imgH="1331912" imgW="4522787" showAsIcon="0" progId="Word.Document.12">
                  <p:embed followColorScheme="full"/>
                  <p:pic>
                    <p:nvPicPr>
                      <p:cNvPr id="2097152" name="Object 53" descr="chris"/>
                      <p:cNvPicPr>
                        <a:picLocks/>
                      </p:cNvPicPr>
                      <p:nvPr/>
                    </p:nvPicPr>
                    <p:blipFill>
                      <a:blip xmlns:r="http://schemas.openxmlformats.org/officeDocument/2006/relationships" r:embed="rId3"/>
                      <a:srcRect l="0" t="0" r="0" b="0"/>
                      <a:stretch>
                        <a:fillRect/>
                      </a:stretch>
                    </p:blipFill>
                    <p:spPr>
                      <a:xfrm rot="0">
                        <a:off x="1098550" y="0"/>
                        <a:ext cx="4522787" cy="1331912"/>
                      </a:xfrm>
                      <a:prstGeom prst="rect"/>
                      <a:noFill/>
                      <a:ln>
                        <a:noFill/>
                      </a:ln>
                    </p:spPr>
                  </p:pic>
                </p:oleObj>
              </mc:Choice>
              <mc:Fallback>
                <p:oleObj name="Document" r:id="rId2" spid="" imgH="1331912" imgW="4522787" showAsIcon="0" progId="Word.Document.12">
                  <p:embed followColorScheme="full"/>
                  <p:pic>
                    <p:nvPicPr>
                      <p:cNvPr id="2097152" name="Object 53" descr="chris"/>
                      <p:cNvPicPr>
                        <a:picLocks/>
                      </p:cNvPicPr>
                      <p:nvPr/>
                    </p:nvPicPr>
                    <p:blipFill>
                      <a:blip xmlns:r="http://schemas.openxmlformats.org/officeDocument/2006/relationships" r:embed="rId3"/>
                      <a:srcRect l="0" t="0" r="0" b="0"/>
                      <a:stretch>
                        <a:fillRect/>
                      </a:stretch>
                    </p:blipFill>
                    <p:spPr>
                      <a:xfrm rot="0">
                        <a:off x="1098550" y="0"/>
                        <a:ext cx="4522787" cy="1331912"/>
                      </a:xfrm>
                      <a:prstGeom prst="rect"/>
                      <a:noFill/>
                      <a:ln>
                        <a:noFill/>
                      </a:ln>
                    </p:spPr>
                  </p:pic>
                </p:oleObj>
              </mc:Fallback>
            </mc:AlternateContent>
          </a:graphicData>
        </a:graphic>
      </p:graphicFrame>
      <p:pic>
        <p:nvPicPr>
          <p:cNvPr id="2097153" name="Image 2"/>
          <p:cNvPicPr>
            <a:picLocks/>
          </p:cNvPicPr>
          <p:nvPr/>
        </p:nvPicPr>
        <p:blipFill>
          <a:blip xmlns:r="http://schemas.openxmlformats.org/officeDocument/2006/relationships" r:embed="rId4"/>
          <a:srcRect l="0" t="0" r="-2296" b="0"/>
          <a:stretch>
            <a:fillRect/>
          </a:stretch>
        </p:blipFill>
        <p:spPr>
          <a:xfrm rot="0">
            <a:off x="3644900" y="3021012"/>
            <a:ext cx="1152525" cy="711200"/>
          </a:xfrm>
          <a:prstGeom prst="rect"/>
          <a:noFill/>
          <a:ln>
            <a:noFill/>
          </a:ln>
        </p:spPr>
      </p:pic>
      <p:sp>
        <p:nvSpPr>
          <p:cNvPr id="1048661" name="ZoneTexte 2"/>
          <p:cNvSpPr txBox="1"/>
          <p:nvPr/>
        </p:nvSpPr>
        <p:spPr>
          <a:xfrm rot="0">
            <a:off x="352425" y="2030412"/>
            <a:ext cx="6100762" cy="156464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algn="ctr" indent="0" lvl="0" marL="0">
              <a:spcBef>
                <a:spcPct val="0"/>
              </a:spcBef>
              <a:buFontTx/>
              <a:buNone/>
            </a:pPr>
            <a:r>
              <a:rPr altLang="fr-FR" b="1" sz="1600" lang="fr-FR">
                <a:latin typeface="Bell MT" pitchFamily="18" charset="0"/>
              </a:rPr>
              <a:t>PROJET DU SYSTÈME D’EXPLOITATION</a:t>
            </a:r>
          </a:p>
          <a:p>
            <a:pPr algn="ctr" indent="0" lvl="0" marL="0">
              <a:spcBef>
                <a:spcPct val="0"/>
              </a:spcBef>
              <a:buFontTx/>
              <a:buNone/>
            </a:pPr>
            <a:r>
              <a:rPr altLang="fr-FR" b="1" sz="1600" lang="fr-FR">
                <a:latin typeface="Bell MT" pitchFamily="18" charset="0"/>
              </a:rPr>
              <a:t>L2 LMD </a:t>
            </a:r>
          </a:p>
          <a:p>
            <a:pPr algn="ctr" indent="0" lvl="0" marL="0">
              <a:spcBef>
                <a:spcPct val="0"/>
              </a:spcBef>
              <a:buFontTx/>
              <a:buNone/>
            </a:pPr>
            <a:r>
              <a:rPr altLang="fr-FR" b="1" sz="1600" lang="fr-FR">
                <a:latin typeface="Bell MT" pitchFamily="18" charset="0"/>
              </a:rPr>
              <a:t>	Sujet : Deploiement d’un serveur de base de données                           MySQL/MariaDB avec replication</a:t>
            </a:r>
          </a:p>
          <a:p>
            <a:pPr indent="0" lvl="0" marL="0">
              <a:spcBef>
                <a:spcPct val="0"/>
              </a:spcBef>
              <a:buFontTx/>
              <a:buNone/>
            </a:pPr>
            <a:r>
              <a:rPr altLang="fr-FR" b="1" sz="1600" lang="fr-FR">
                <a:latin typeface="Bell MT" pitchFamily="18" charset="0"/>
              </a:rPr>
              <a:t>                    Groupe N° : 23</a:t>
            </a:r>
          </a:p>
          <a:p>
            <a:pPr indent="0" lvl="0" marL="0">
              <a:spcBef>
                <a:spcPct val="0"/>
              </a:spcBef>
              <a:buFontTx/>
              <a:buNone/>
            </a:pPr>
            <a:endParaRPr altLang="fr-FR" sz="1800" lang="fr-FR"/>
          </a:p>
        </p:txBody>
      </p:sp>
      <p:graphicFrame>
        <p:nvGraphicFramePr>
          <p:cNvPr id="4194305" name=""/>
          <p:cNvGraphicFramePr>
            <a:graphicFrameLocks/>
          </p:cNvGraphicFramePr>
          <p:nvPr/>
        </p:nvGraphicFramePr>
        <p:xfrm rot="0">
          <a:off x="58737" y="3363912"/>
          <a:ext cx="6626225" cy="4524375"/>
        </p:xfrm>
        <a:graphic>
          <a:graphicData uri="http://schemas.openxmlformats.org/drawingml/2006/table">
            <a:tbl>
              <a:tblPr/>
              <a:tblGrid>
                <a:gridCol w="606425"/>
                <a:gridCol w="4154487"/>
                <a:gridCol w="1865312"/>
              </a:tblGrid>
              <a:tr h="366712">
                <a:tc>
                  <a:txBody>
                    <a:bodyPr/>
                    <a:p>
                      <a:pPr algn="ctr" eaLnBrk="1" hangingPunct="1" lvl="0"/>
                      <a:r>
                        <a:rPr altLang="en-US" b="1" sz="1600" lang="en-US">
                          <a:solidFill>
                            <a:schemeClr val="dk1"/>
                          </a:solidFill>
                          <a:latin typeface="Bell MT" pitchFamily="18" charset="0"/>
                        </a:rPr>
                        <a:t>N°</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1" sz="1600" lang="en-US">
                          <a:solidFill>
                            <a:schemeClr val="dk1"/>
                          </a:solidFill>
                          <a:latin typeface="Bell MT" pitchFamily="18" charset="0"/>
                        </a:rPr>
                        <a:t>Nom complet</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1" sz="1600" lang="en-US">
                          <a:solidFill>
                            <a:schemeClr val="dk1"/>
                          </a:solidFill>
                          <a:latin typeface="Bell MT" pitchFamily="18" charset="0"/>
                        </a:rPr>
                        <a:t>Tél</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639762">
                <a:tc>
                  <a:txBody>
                    <a:bodyPr/>
                    <a:p>
                      <a:pPr algn="ctr" eaLnBrk="1" hangingPunct="1" lvl="0"/>
                      <a:r>
                        <a:rPr altLang="en-US" b="1" sz="1600" lang="en-US">
                          <a:solidFill>
                            <a:schemeClr val="dk1"/>
                          </a:solidFill>
                          <a:latin typeface="Bell MT" pitchFamily="18" charset="0"/>
                        </a:rPr>
                        <a:t>1</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NGALAMULUME TSHIMANGA Jonas</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0837434821</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6712">
                <a:tc>
                  <a:txBody>
                    <a:bodyPr/>
                    <a:p>
                      <a:pPr algn="ctr" eaLnBrk="1" hangingPunct="1" lvl="0"/>
                      <a:r>
                        <a:rPr altLang="en-US" b="1" sz="1600" lang="en-US">
                          <a:solidFill>
                            <a:schemeClr val="dk1"/>
                          </a:solidFill>
                          <a:latin typeface="Bell MT" pitchFamily="18" charset="0"/>
                        </a:rPr>
                        <a:t>2</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MPONGO ILEMBA Peter</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0856201960</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5125">
                <a:tc>
                  <a:txBody>
                    <a:bodyPr/>
                    <a:p>
                      <a:pPr algn="ctr" eaLnBrk="1" hangingPunct="1" lvl="0"/>
                      <a:r>
                        <a:rPr altLang="en-US" b="1" sz="1600" lang="en-US">
                          <a:solidFill>
                            <a:schemeClr val="dk1"/>
                          </a:solidFill>
                          <a:latin typeface="Bell MT" pitchFamily="18" charset="0"/>
                        </a:rPr>
                        <a:t>3</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MUTOTODI SAKUAKU Agrée</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0850107100</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6712">
                <a:tc>
                  <a:txBody>
                    <a:bodyPr/>
                    <a:p>
                      <a:pPr algn="ctr" eaLnBrk="1" hangingPunct="1" lvl="0"/>
                      <a:r>
                        <a:rPr altLang="en-US" b="1" sz="1600" lang="en-US">
                          <a:solidFill>
                            <a:schemeClr val="dk1"/>
                          </a:solidFill>
                          <a:latin typeface="Bell MT" pitchFamily="18" charset="0"/>
                        </a:rPr>
                        <a:t>4</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KABANGU EYATO Bradel</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0811225496</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5125">
                <a:tc>
                  <a:txBody>
                    <a:bodyPr/>
                    <a:p>
                      <a:pPr algn="ctr" eaLnBrk="1" hangingPunct="1" lvl="0"/>
                      <a:r>
                        <a:rPr altLang="en-US" b="1" sz="1600" lang="en-US">
                          <a:solidFill>
                            <a:schemeClr val="dk1"/>
                          </a:solidFill>
                          <a:latin typeface="Bell MT" pitchFamily="18" charset="0"/>
                        </a:rPr>
                        <a:t>5</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MANGAYA NLANDU Emdy</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0999312959</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592137">
                <a:tc>
                  <a:txBody>
                    <a:bodyPr/>
                    <a:p>
                      <a:pPr algn="ctr" eaLnBrk="1" hangingPunct="1" lvl="0"/>
                      <a:r>
                        <a:rPr altLang="en-US" b="1" sz="1600" lang="en-US">
                          <a:solidFill>
                            <a:schemeClr val="dk1"/>
                          </a:solidFill>
                          <a:latin typeface="Bell MT" pitchFamily="18" charset="0"/>
                        </a:rPr>
                        <a:t>6</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KABENGELE MUDINGAY Sylvain</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0834927282</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5125">
                <a:tc>
                  <a:txBody>
                    <a:bodyPr/>
                    <a:p>
                      <a:pPr algn="ctr" eaLnBrk="1" hangingPunct="1" lvl="0"/>
                      <a:r>
                        <a:rPr altLang="en-US" b="1" sz="1600" lang="en-US">
                          <a:solidFill>
                            <a:schemeClr val="dk1"/>
                          </a:solidFill>
                          <a:latin typeface="Bell MT" pitchFamily="18" charset="0"/>
                        </a:rPr>
                        <a:t>7</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  LOKALEMA LOMENGO Uriel </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0816284150</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6712">
                <a:tc>
                  <a:txBody>
                    <a:bodyPr/>
                    <a:p>
                      <a:pPr algn="ctr" eaLnBrk="1" hangingPunct="1" lvl="0"/>
                      <a:r>
                        <a:rPr altLang="en-US" b="1" sz="1600" lang="en-US">
                          <a:solidFill>
                            <a:schemeClr val="dk1"/>
                          </a:solidFill>
                          <a:latin typeface="Bell MT" pitchFamily="18" charset="0"/>
                        </a:rPr>
                        <a:t>8</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MANDI MABUNGA Jedidia</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0978253148</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5125">
                <a:tc>
                  <a:txBody>
                    <a:bodyPr/>
                    <a:p>
                      <a:pPr algn="ctr" eaLnBrk="1" hangingPunct="1" lvl="0"/>
                      <a:r>
                        <a:rPr altLang="en-US" b="1" sz="1600" lang="en-US">
                          <a:solidFill>
                            <a:schemeClr val="dk1"/>
                          </a:solidFill>
                          <a:latin typeface="Bell MT" pitchFamily="18" charset="0"/>
                        </a:rPr>
                        <a:t>9</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MBONGO TSUKA Geoffrey</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0850789098</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r h="365125">
                <a:tc>
                  <a:txBody>
                    <a:bodyPr/>
                    <a:p>
                      <a:pPr algn="ctr" eaLnBrk="1" hangingPunct="1" lvl="0"/>
                      <a:r>
                        <a:rPr altLang="en-US" b="1" sz="1600" lang="en-US">
                          <a:solidFill>
                            <a:schemeClr val="dk1"/>
                          </a:solidFill>
                          <a:latin typeface="Bell MT" pitchFamily="18" charset="0"/>
                        </a:rPr>
                        <a:t>10</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MUKENDI MUKENGESHAYI Sunamite</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p>
                      <a:pPr algn="ctr" eaLnBrk="1" hangingPunct="1" lvl="0"/>
                      <a:r>
                        <a:rPr altLang="en-US" b="0" sz="1600" lang="en-US">
                          <a:solidFill>
                            <a:schemeClr val="dk1"/>
                          </a:solidFill>
                          <a:latin typeface="Bell MT" pitchFamily="18" charset="0"/>
                        </a:rPr>
                        <a:t>0977441382</a:t>
                      </a:r>
                    </a:p>
                  </a:txBody>
                  <a:tcPr marL="91447" marR="91447" marT="45737" marB="45737"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r>
            </a:tbl>
          </a:graphicData>
        </a:graphic>
      </p:graphicFrame>
      <p:sp>
        <p:nvSpPr>
          <p:cNvPr id="1048711" name="ZoneTexte 1"/>
          <p:cNvSpPr txBox="1"/>
          <p:nvPr/>
        </p:nvSpPr>
        <p:spPr>
          <a:xfrm rot="0">
            <a:off x="180975" y="7969250"/>
            <a:ext cx="3190875" cy="650241"/>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eaLnBrk="1" hangingPunct="1" indent="0" lvl="0" marL="0">
              <a:spcBef>
                <a:spcPct val="0"/>
              </a:spcBef>
              <a:buFontTx/>
              <a:buNone/>
            </a:pPr>
            <a:r>
              <a:rPr altLang="fr-FR" b="1" sz="1000" lang="fr-FR">
                <a:latin typeface="Bell MT" pitchFamily="18" charset="0"/>
              </a:rPr>
              <a:t>Prof. Dr Kasengedia Motumbe Pierre</a:t>
            </a:r>
          </a:p>
          <a:p>
            <a:pPr eaLnBrk="1" hangingPunct="1" indent="0" lvl="0" marL="0">
              <a:spcBef>
                <a:spcPct val="0"/>
              </a:spcBef>
              <a:buFontTx/>
              <a:buNone/>
            </a:pPr>
            <a:r>
              <a:rPr altLang="fr-FR" b="1" sz="1000" lang="fr-FR">
                <a:latin typeface="Bell MT" pitchFamily="18" charset="0"/>
              </a:rPr>
              <a:t>Collaborateurs :</a:t>
            </a:r>
          </a:p>
          <a:p>
            <a:pPr eaLnBrk="1" hangingPunct="1" indent="0" lvl="0" marL="0">
              <a:spcBef>
                <a:spcPct val="0"/>
              </a:spcBef>
            </a:pPr>
            <a:r>
              <a:rPr altLang="fr-FR" b="1" sz="1000" lang="fr-FR">
                <a:latin typeface="Bell MT" pitchFamily="18" charset="0"/>
              </a:rPr>
              <a:t>Doctorant Junior Kaningini</a:t>
            </a:r>
          </a:p>
          <a:p>
            <a:pPr eaLnBrk="1" hangingPunct="1" indent="0" lvl="0" marL="0">
              <a:spcBef>
                <a:spcPct val="0"/>
              </a:spcBef>
            </a:pPr>
            <a:r>
              <a:rPr altLang="fr-FR" b="1" sz="1000" lang="fr-FR">
                <a:latin typeface="Bell MT" pitchFamily="18" charset="0"/>
              </a:rPr>
              <a:t>Fipa Bukusu &amp; Ferdinand Djungu &amp; All</a:t>
            </a:r>
          </a:p>
        </p:txBody>
      </p:sp>
      <p:sp>
        <p:nvSpPr>
          <p:cNvPr id="1048712" name="ZoneTexte 1"/>
          <p:cNvSpPr txBox="1"/>
          <p:nvPr/>
        </p:nvSpPr>
        <p:spPr>
          <a:xfrm rot="0">
            <a:off x="1190625" y="8675688"/>
            <a:ext cx="4430712"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algn="ctr" eaLnBrk="1" hangingPunct="1" indent="0" lvl="0" marL="0">
              <a:spcBef>
                <a:spcPct val="0"/>
              </a:spcBef>
              <a:buFontTx/>
              <a:buNone/>
            </a:pPr>
            <a:r>
              <a:rPr altLang="fr-FR" b="1" sz="1800" lang="fr-FR">
                <a:latin typeface="Arial Black" pitchFamily="34" charset="0"/>
              </a:rPr>
              <a:t>ANNÉE ACADÉMIQUE 2025-2026</a:t>
            </a:r>
          </a:p>
        </p:txBody>
      </p:sp>
    </p:spTree>
  </p:cSld>
  <p:clrMapOvr>
    <a:masterClrMapping/>
  </p:clrMapOvr>
  <p:transition spd="slow" advClick="1">
    <p:split dir="out" orient="vert"/>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4194304"/>
                                        </p:tgtEl>
                                        <p:attrNameLst>
                                          <p:attrName>style.visibility</p:attrName>
                                        </p:attrNameLst>
                                      </p:cBhvr>
                                      <p:to>
                                        <p:strVal val="visible"/>
                                      </p:to>
                                    </p:set>
                                    <p:anim calcmode="lin" valueType="num">
                                      <p:cBhvr additive="base">
                                        <p:cTn dur="500" fill="hold" id="7"/>
                                        <p:tgtEl>
                                          <p:spTgt spid="4194304"/>
                                        </p:tgtEl>
                                        <p:attrNameLst>
                                          <p:attrName>ppt_x</p:attrName>
                                        </p:attrNameLst>
                                      </p:cBhvr>
                                      <p:tavLst>
                                        <p:tav tm="0">
                                          <p:val>
                                            <p:strVal val="#ppt_x"/>
                                          </p:val>
                                        </p:tav>
                                        <p:tav tm="100000">
                                          <p:val>
                                            <p:strVal val="#ppt_x"/>
                                          </p:val>
                                        </p:tav>
                                      </p:tavLst>
                                    </p:anim>
                                    <p:anim calcmode="lin" valueType="num">
                                      <p:cBhvr additive="base">
                                        <p:cTn dur="500" fill="hold" id="8"/>
                                        <p:tgtEl>
                                          <p:spTgt spid="419430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660"/>
                                        </p:tgtEl>
                                        <p:attrNameLst>
                                          <p:attrName>style.visibility</p:attrName>
                                        </p:attrNameLst>
                                      </p:cBhvr>
                                      <p:to>
                                        <p:strVal val="visible"/>
                                      </p:to>
                                    </p:set>
                                    <p:anim calcmode="lin" valueType="num">
                                      <p:cBhvr additive="base">
                                        <p:cTn dur="500" fill="hold" id="13"/>
                                        <p:tgtEl>
                                          <p:spTgt spid="1048660"/>
                                        </p:tgtEl>
                                        <p:attrNameLst>
                                          <p:attrName>ppt_x</p:attrName>
                                        </p:attrNameLst>
                                      </p:cBhvr>
                                      <p:tavLst>
                                        <p:tav tm="0">
                                          <p:val>
                                            <p:strVal val="#ppt_x"/>
                                          </p:val>
                                        </p:tav>
                                        <p:tav tm="100000">
                                          <p:val>
                                            <p:strVal val="#ppt_x"/>
                                          </p:val>
                                        </p:tav>
                                      </p:tavLst>
                                    </p:anim>
                                    <p:anim calcmode="lin" valueType="num">
                                      <p:cBhvr additive="base">
                                        <p:cTn dur="500" fill="hold" id="14"/>
                                        <p:tgtEl>
                                          <p:spTgt spid="1048660"/>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661"/>
                                        </p:tgtEl>
                                        <p:attrNameLst>
                                          <p:attrName>style.visibility</p:attrName>
                                        </p:attrNameLst>
                                      </p:cBhvr>
                                      <p:to>
                                        <p:strVal val="visible"/>
                                      </p:to>
                                    </p:set>
                                    <p:anim calcmode="lin" valueType="num">
                                      <p:cBhvr additive="base">
                                        <p:cTn dur="500" fill="hold" id="19"/>
                                        <p:tgtEl>
                                          <p:spTgt spid="1048661"/>
                                        </p:tgtEl>
                                        <p:attrNameLst>
                                          <p:attrName>ppt_x</p:attrName>
                                        </p:attrNameLst>
                                      </p:cBhvr>
                                      <p:tavLst>
                                        <p:tav tm="0">
                                          <p:val>
                                            <p:strVal val="#ppt_x"/>
                                          </p:val>
                                        </p:tav>
                                        <p:tav tm="100000">
                                          <p:val>
                                            <p:strVal val="#ppt_x"/>
                                          </p:val>
                                        </p:tav>
                                      </p:tavLst>
                                    </p:anim>
                                    <p:anim calcmode="lin" valueType="num">
                                      <p:cBhvr additive="base">
                                        <p:cTn dur="500" fill="hold" id="20"/>
                                        <p:tgtEl>
                                          <p:spTgt spid="1048661"/>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6" presetSubtype="21">
                                  <p:stCondLst>
                                    <p:cond delay="0"/>
                                  </p:stCondLst>
                                  <p:childTnLst>
                                    <p:set>
                                      <p:cBhvr>
                                        <p:cTn dur="1" fill="hold" id="24">
                                          <p:stCondLst>
                                            <p:cond delay="0"/>
                                          </p:stCondLst>
                                        </p:cTn>
                                        <p:tgtEl>
                                          <p:spTgt spid="4194305"/>
                                        </p:tgtEl>
                                        <p:attrNameLst>
                                          <p:attrName>style.visibility</p:attrName>
                                        </p:attrNameLst>
                                      </p:cBhvr>
                                      <p:to>
                                        <p:strVal val="visible"/>
                                      </p:to>
                                    </p:set>
                                    <p:animEffect transition="in" filter="barn(inVertical)">
                                      <p:cBhvr>
                                        <p:cTn dur="500" id="25"/>
                                        <p:tgtEl>
                                          <p:spTgt spid="4194305"/>
                                        </p:tgtEl>
                                      </p:cBhvr>
                                    </p:animEffect>
                                  </p:childTnLst>
                                </p:cTn>
                              </p:par>
                            </p:childTnLst>
                          </p:cTn>
                        </p:par>
                      </p:childTnLst>
                    </p:cTn>
                  </p:par>
                  <p:par>
                    <p:cTn fill="hold" id="26">
                      <p:stCondLst>
                        <p:cond delay="indefinite"/>
                      </p:stCondLst>
                      <p:childTnLst>
                        <p:par>
                          <p:cTn fill="hold" id="27">
                            <p:stCondLst>
                              <p:cond delay="0"/>
                            </p:stCondLst>
                            <p:childTnLst>
                              <p:par>
                                <p:cTn fill="hold" grpId="0" id="28" nodeType="clickEffect" presetClass="entr" presetID="31" presetSubtype="0">
                                  <p:stCondLst>
                                    <p:cond delay="0"/>
                                  </p:stCondLst>
                                  <p:childTnLst>
                                    <p:set>
                                      <p:cBhvr>
                                        <p:cTn dur="1" fill="hold" id="29">
                                          <p:stCondLst>
                                            <p:cond delay="0"/>
                                          </p:stCondLst>
                                        </p:cTn>
                                        <p:tgtEl>
                                          <p:spTgt spid="1048711"/>
                                        </p:tgtEl>
                                        <p:attrNameLst>
                                          <p:attrName>style.visibility</p:attrName>
                                        </p:attrNameLst>
                                      </p:cBhvr>
                                      <p:to>
                                        <p:strVal val="visible"/>
                                      </p:to>
                                    </p:set>
                                    <p:anim calcmode="lin" valueType="num">
                                      <p:cBhvr>
                                        <p:cTn dur="1000" fill="hold" id="30"/>
                                        <p:tgtEl>
                                          <p:spTgt spid="1048711"/>
                                        </p:tgtEl>
                                        <p:attrNameLst>
                                          <p:attrName>ppt_w</p:attrName>
                                        </p:attrNameLst>
                                      </p:cBhvr>
                                      <p:tavLst>
                                        <p:tav tm="0">
                                          <p:val>
                                            <p:fltVal val="0.0"/>
                                          </p:val>
                                        </p:tav>
                                        <p:tav tm="100000">
                                          <p:val>
                                            <p:strVal val="#ppt_w"/>
                                          </p:val>
                                        </p:tav>
                                      </p:tavLst>
                                    </p:anim>
                                    <p:anim calcmode="lin" valueType="num">
                                      <p:cBhvr>
                                        <p:cTn dur="1000" fill="hold" id="31"/>
                                        <p:tgtEl>
                                          <p:spTgt spid="1048711"/>
                                        </p:tgtEl>
                                        <p:attrNameLst>
                                          <p:attrName>ppt_h</p:attrName>
                                        </p:attrNameLst>
                                      </p:cBhvr>
                                      <p:tavLst>
                                        <p:tav tm="0">
                                          <p:val>
                                            <p:fltVal val="0.0"/>
                                          </p:val>
                                        </p:tav>
                                        <p:tav tm="100000">
                                          <p:val>
                                            <p:strVal val="#ppt_h"/>
                                          </p:val>
                                        </p:tav>
                                      </p:tavLst>
                                    </p:anim>
                                    <p:anim calcmode="lin" valueType="num">
                                      <p:cBhvr>
                                        <p:cTn dur="1000" fill="hold" id="32"/>
                                        <p:tgtEl>
                                          <p:spTgt spid="1048711"/>
                                        </p:tgtEl>
                                        <p:attrNameLst>
                                          <p:attrName>style.rotation</p:attrName>
                                        </p:attrNameLst>
                                      </p:cBhvr>
                                      <p:tavLst>
                                        <p:tav tm="0">
                                          <p:val>
                                            <p:fltVal val="90.0"/>
                                          </p:val>
                                        </p:tav>
                                        <p:tav tm="100000">
                                          <p:val>
                                            <p:fltVal val="0.0"/>
                                          </p:val>
                                        </p:tav>
                                      </p:tavLst>
                                    </p:anim>
                                    <p:animEffect transition="in" filter="fade">
                                      <p:cBhvr>
                                        <p:cTn dur="1000" id="33"/>
                                        <p:tgtEl>
                                          <p:spTgt spid="1048711"/>
                                        </p:tgtEl>
                                      </p:cBhvr>
                                    </p:animEffect>
                                  </p:childTnLst>
                                </p:cTn>
                              </p:par>
                            </p:childTnLst>
                          </p:cTn>
                        </p:par>
                      </p:childTnLst>
                    </p:cTn>
                  </p:par>
                  <p:par>
                    <p:cTn fill="hold" id="34">
                      <p:stCondLst>
                        <p:cond delay="indefinite"/>
                      </p:stCondLst>
                      <p:childTnLst>
                        <p:par>
                          <p:cTn fill="hold" id="35">
                            <p:stCondLst>
                              <p:cond delay="0"/>
                            </p:stCondLst>
                            <p:childTnLst>
                              <p:par>
                                <p:cTn fill="hold" grpId="0" id="36" nodeType="clickEffect" presetClass="entr" presetID="6" presetSubtype="16">
                                  <p:stCondLst>
                                    <p:cond delay="0"/>
                                  </p:stCondLst>
                                  <p:childTnLst>
                                    <p:set>
                                      <p:cBhvr>
                                        <p:cTn dur="1" fill="hold" id="37">
                                          <p:stCondLst>
                                            <p:cond delay="0"/>
                                          </p:stCondLst>
                                        </p:cTn>
                                        <p:tgtEl>
                                          <p:spTgt spid="1048712"/>
                                        </p:tgtEl>
                                        <p:attrNameLst>
                                          <p:attrName>style.visibility</p:attrName>
                                        </p:attrNameLst>
                                      </p:cBhvr>
                                      <p:to>
                                        <p:strVal val="visible"/>
                                      </p:to>
                                    </p:set>
                                    <p:animEffect transition="in" filter="circle(in)">
                                      <p:cBhvr>
                                        <p:cTn dur="2000" id="38"/>
                                        <p:tgtEl>
                                          <p:spTgt spid="1048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0" grpId="0" uiExpand="0" build="whole"/>
      <p:bldP spid="1048661" grpId="0" uiExpand="0" build="whole"/>
      <p:bldP spid="1048711" grpId="0" uiExpand="0" build="whole"/>
      <p:bldP spid="1048712" grpId="0" uiExpand="0" build="whole"/>
    </p:bldLst>
  </p:timing>
</p:sld>
</file>

<file path=ppt/slides/slide2.xml><?xml version="1.0" encoding="utf-8"?>
<p:sld xmlns:a="http://schemas.openxmlformats.org/drawingml/2006/main" xmlns:r="http://schemas.openxmlformats.org/officeDocument/2006/relationships" xmlns:p="http://schemas.openxmlformats.org/presentationml/2006/main" show="1" showMasterSp="1">
  <p:cSld>
    <p:spTree>
      <p:nvGrpSpPr>
        <p:cNvPr id="44" name=""/>
        <p:cNvGrpSpPr/>
        <p:nvPr/>
      </p:nvGrpSpPr>
      <p:grpSpPr>
        <a:xfrm rot="0">
          <a:off x="0" y="0"/>
          <a:ext cx="0" cy="0"/>
          <a:chOff x="0" y="0"/>
          <a:chExt cx="0" cy="0"/>
        </a:xfrm>
      </p:grpSpPr>
      <p:sp>
        <p:nvSpPr>
          <p:cNvPr id="1048713" name="Titre 1"/>
          <p:cNvSpPr/>
          <p:nvPr>
            <p:ph type="title" sz="full" idx="0"/>
          </p:nvPr>
        </p:nvSpPr>
        <p:spPr>
          <a:xfrm rot="0">
            <a:off x="331787" y="138112"/>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Résumé</a:t>
            </a:r>
          </a:p>
        </p:txBody>
      </p:sp>
      <p:sp>
        <p:nvSpPr>
          <p:cNvPr id="1048714" name="Espace réservé du contenu 2"/>
          <p:cNvSpPr/>
          <p:nvPr>
            <p:ph sz="full" idx="1"/>
          </p:nvPr>
        </p:nvSpPr>
        <p:spPr>
          <a:xfrm rot="0">
            <a:off x="342900" y="1187450"/>
            <a:ext cx="6172200" cy="68881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0">
              <a:buFontTx/>
              <a:buNone/>
            </a:pPr>
            <a:r>
              <a:rPr altLang="en-US" sz="1800" lang="en-US">
                <a:latin typeface="Bell MT" pitchFamily="18" charset="0"/>
              </a:rPr>
              <a:t>                                      Ce </a:t>
            </a:r>
            <a:r>
              <a:rPr altLang="en-US" sz="1800" lang="en-US">
                <a:latin typeface="Bell MT" pitchFamily="18" charset="0"/>
              </a:rPr>
              <a:t>projet académique que nous avons realisé, porte sur la mise en place d'un système de gestion de base de données (SGBD) robuste et sécurisé. L'objectif principal est de démontrer la maîtrise des concepts de déploiement, de replication de cette base de données sous MariaDB serveur en utilisant une des familles Linux.</a:t>
            </a:r>
          </a:p>
          <a:p>
            <a:pPr indent="0" lvl="0" marL="0">
              <a:buFontTx/>
              <a:buNone/>
            </a:pPr>
            <a:r>
              <a:rPr altLang="en-US" sz="1800" lang="en-US">
                <a:latin typeface="Bell MT" pitchFamily="18" charset="0"/>
              </a:rPr>
              <a:t>Pour le faire nous avons </a:t>
            </a:r>
            <a:r>
              <a:rPr altLang="en-US" sz="1800" lang="en-US">
                <a:latin typeface="Bell MT" pitchFamily="18" charset="0"/>
              </a:rPr>
              <a:t>procedé </a:t>
            </a:r>
            <a:r>
              <a:rPr altLang="en-US" sz="1800" lang="en-US">
                <a:latin typeface="Bell MT" pitchFamily="18" charset="0"/>
              </a:rPr>
              <a:t>à </a:t>
            </a:r>
            <a:r>
              <a:rPr altLang="en-US" sz="1800" lang="en-US">
                <a:latin typeface="Bell MT" pitchFamily="18" charset="0"/>
              </a:rPr>
              <a:t>:</a:t>
            </a:r>
          </a:p>
          <a:p>
            <a:pPr indent="0" lvl="0" marL="0">
              <a:buFontTx/>
              <a:buNone/>
            </a:pPr>
            <a:endParaRPr altLang="en-US" sz="1800" lang="en-US">
              <a:latin typeface="Bell MT" pitchFamily="18" charset="0"/>
            </a:endParaRPr>
          </a:p>
          <a:p>
            <a:pPr indent="0" lvl="0" marL="0">
              <a:buFont typeface="Wingdings" pitchFamily="2" charset="2"/>
              <a:buChar char="v"/>
            </a:pPr>
            <a:r>
              <a:rPr altLang="en-US" sz="1800" lang="en-US">
                <a:latin typeface="Bell MT" pitchFamily="18" charset="0"/>
              </a:rPr>
              <a:t>L</a:t>
            </a:r>
            <a:r>
              <a:rPr altLang="en-US" sz="1800" lang="en-US">
                <a:latin typeface="Bell MT" pitchFamily="18" charset="0"/>
              </a:rPr>
              <a:t>’</a:t>
            </a:r>
            <a:r>
              <a:rPr altLang="en-US" sz="1800" lang="en-US">
                <a:latin typeface="Bell MT" pitchFamily="18" charset="0"/>
              </a:rPr>
              <a:t> Installation et la configuration de MySQL (via l'extension MariaDB) sur un environnement informatique dédié.;</a:t>
            </a:r>
          </a:p>
          <a:p>
            <a:pPr indent="0" lvl="0" marL="0">
              <a:buFont typeface="Wingdings" pitchFamily="2" charset="2"/>
              <a:buChar char="v"/>
            </a:pPr>
            <a:r>
              <a:rPr altLang="en-US" sz="1800" lang="en-US">
                <a:latin typeface="Bell MT" pitchFamily="18" charset="0"/>
              </a:rPr>
              <a:t>​l</a:t>
            </a:r>
            <a:r>
              <a:rPr altLang="en-US" sz="1800" lang="en-US">
                <a:latin typeface="Bell MT" pitchFamily="18" charset="0"/>
              </a:rPr>
              <a:t>’</a:t>
            </a:r>
            <a:r>
              <a:rPr altLang="en-US" sz="1800" lang="en-US">
                <a:latin typeface="Bell MT" pitchFamily="18" charset="0"/>
              </a:rPr>
              <a:t>Utilisation d'un second ordinateur faisant office de serveur auxiliaire (ou esclave). Ce mécanisme permet de sauvegarder en temps réel les données du serveur principal et d'assurer la continuité de </a:t>
            </a:r>
            <a:r>
              <a:rPr altLang="en-US" sz="1800" lang="en-US">
                <a:latin typeface="Bell MT" pitchFamily="18" charset="0"/>
              </a:rPr>
              <a:t>service</a:t>
            </a:r>
          </a:p>
          <a:p>
            <a:pPr indent="0" lvl="0" marL="0">
              <a:buFont typeface="Wingdings" pitchFamily="2" charset="2"/>
              <a:buChar char="v"/>
            </a:pPr>
            <a:r>
              <a:rPr altLang="en-US" sz="1800" lang="en-US">
                <a:latin typeface="Bell MT" pitchFamily="18" charset="0"/>
              </a:rPr>
              <a:t>Ensuite le document détaille les étapes de configuration et les tests de bon fonctionnement effectués, notamment par l'ajout et la suppression de données pour vérifier la synchronisation entre les serveurs , </a:t>
            </a:r>
            <a:r>
              <a:rPr altLang="en-US" sz="1800" lang="en-US">
                <a:latin typeface="Bell MT" pitchFamily="18" charset="0"/>
              </a:rPr>
              <a:t>qui sont averé être  </a:t>
            </a:r>
            <a:r>
              <a:rPr altLang="en-US" sz="1800" lang="en-US">
                <a:latin typeface="Bell MT" pitchFamily="18" charset="0"/>
              </a:rPr>
              <a:t>nécessaires  pour la bonne réalisation de ce riche projet </a:t>
            </a:r>
            <a:r>
              <a:rPr altLang="en-US" sz="1800" lang="en-US">
                <a:latin typeface="Bell MT" pitchFamily="18" charset="0"/>
              </a:rPr>
              <a:t>.</a:t>
            </a:r>
          </a:p>
          <a:p>
            <a:pPr indent="0" lvl="0" marL="0">
              <a:buFontTx/>
              <a:buNone/>
            </a:pPr>
            <a:endParaRPr altLang="en-US" sz="1800" lang="en-US">
              <a:latin typeface="Bell MT" pitchFamily="18" charset="0"/>
            </a:endParaRPr>
          </a:p>
          <a:p>
            <a:pPr indent="0" lvl="0" marL="0">
              <a:buFontTx/>
              <a:buNone/>
            </a:pPr>
            <a:r>
              <a:rPr altLang="en-US" sz="1800" lang="en-US">
                <a:latin typeface="Bell MT" pitchFamily="18" charset="0"/>
              </a:rPr>
              <a:t>                                       Tout </a:t>
            </a:r>
            <a:r>
              <a:rPr altLang="en-US" sz="1800" lang="en-US">
                <a:latin typeface="Bell MT" pitchFamily="18" charset="0"/>
              </a:rPr>
              <a:t>en sachant que ce travail s'inscrit dans une démarche d'apprentissage pratique visant à tester la capacité du groupe à administrer des serveurs de bases de données avec toutes les autorisations </a:t>
            </a:r>
          </a:p>
        </p:txBody>
      </p:sp>
    </p:spTree>
  </p:cSld>
  <p:clrMapOvr>
    <a:masterClrMapping/>
  </p:clrMapOvr>
  <p:transition spd="slow" advClick="1">
    <p:push dir="u"/>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31" presetSubtype="0">
                                  <p:stCondLst>
                                    <p:cond delay="0"/>
                                  </p:stCondLst>
                                  <p:childTnLst>
                                    <p:set>
                                      <p:cBhvr>
                                        <p:cTn dur="1" fill="hold" id="6">
                                          <p:stCondLst>
                                            <p:cond delay="0"/>
                                          </p:stCondLst>
                                        </p:cTn>
                                        <p:tgtEl>
                                          <p:spTgt spid="1048714">
                                            <p:txEl>
                                              <p:charRg st="0" end="358"/>
                                            </p:txEl>
                                          </p:spTgt>
                                        </p:tgtEl>
                                        <p:attrNameLst>
                                          <p:attrName>style.visibility</p:attrName>
                                        </p:attrNameLst>
                                      </p:cBhvr>
                                      <p:to>
                                        <p:strVal val="visible"/>
                                      </p:to>
                                    </p:set>
                                    <p:anim calcmode="lin" valueType="num">
                                      <p:cBhvr>
                                        <p:cTn dur="1000" fill="hold" id="7"/>
                                        <p:tgtEl>
                                          <p:spTgt spid="1048714">
                                            <p:txEl>
                                              <p:charRg st="0" end="358"/>
                                            </p:txEl>
                                          </p:spTgt>
                                        </p:tgtEl>
                                        <p:attrNameLst>
                                          <p:attrName>ppt_w</p:attrName>
                                        </p:attrNameLst>
                                      </p:cBhvr>
                                      <p:tavLst>
                                        <p:tav tm="0">
                                          <p:val>
                                            <p:fltVal val="0.0"/>
                                          </p:val>
                                        </p:tav>
                                        <p:tav tm="100000">
                                          <p:val>
                                            <p:strVal val="#ppt_w"/>
                                          </p:val>
                                        </p:tav>
                                      </p:tavLst>
                                    </p:anim>
                                    <p:anim calcmode="lin" valueType="num">
                                      <p:cBhvr>
                                        <p:cTn dur="1000" fill="hold" id="8"/>
                                        <p:tgtEl>
                                          <p:spTgt spid="1048714">
                                            <p:txEl>
                                              <p:charRg st="0" end="358"/>
                                            </p:txEl>
                                          </p:spTgt>
                                        </p:tgtEl>
                                        <p:attrNameLst>
                                          <p:attrName>ppt_h</p:attrName>
                                        </p:attrNameLst>
                                      </p:cBhvr>
                                      <p:tavLst>
                                        <p:tav tm="0">
                                          <p:val>
                                            <p:fltVal val="0.0"/>
                                          </p:val>
                                        </p:tav>
                                        <p:tav tm="100000">
                                          <p:val>
                                            <p:strVal val="#ppt_h"/>
                                          </p:val>
                                        </p:tav>
                                      </p:tavLst>
                                    </p:anim>
                                    <p:anim calcmode="lin" valueType="num">
                                      <p:cBhvr>
                                        <p:cTn dur="1000" fill="hold" id="9"/>
                                        <p:tgtEl>
                                          <p:spTgt spid="1048714">
                                            <p:txEl>
                                              <p:charRg st="0" end="358"/>
                                            </p:txEl>
                                          </p:spTgt>
                                        </p:tgtEl>
                                        <p:attrNameLst>
                                          <p:attrName>style.rotation</p:attrName>
                                        </p:attrNameLst>
                                      </p:cBhvr>
                                      <p:tavLst>
                                        <p:tav tm="0">
                                          <p:val>
                                            <p:fltVal val="90.0"/>
                                          </p:val>
                                        </p:tav>
                                        <p:tav tm="100000">
                                          <p:val>
                                            <p:fltVal val="0.0"/>
                                          </p:val>
                                        </p:tav>
                                      </p:tavLst>
                                    </p:anim>
                                    <p:animEffect transition="in" filter="fade">
                                      <p:cBhvr>
                                        <p:cTn dur="1000" id="10"/>
                                        <p:tgtEl>
                                          <p:spTgt spid="1048714">
                                            <p:txEl>
                                              <p:charRg st="0" end="358"/>
                                            </p:txEl>
                                          </p:spTgt>
                                        </p:tgtEl>
                                      </p:cBhvr>
                                    </p:animEffec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31" presetSubtype="0">
                                  <p:stCondLst>
                                    <p:cond delay="0"/>
                                  </p:stCondLst>
                                  <p:childTnLst>
                                    <p:set>
                                      <p:cBhvr>
                                        <p:cTn dur="1" fill="hold" id="14">
                                          <p:stCondLst>
                                            <p:cond delay="0"/>
                                          </p:stCondLst>
                                        </p:cTn>
                                        <p:tgtEl>
                                          <p:spTgt spid="1048714">
                                            <p:txEl>
                                              <p:charRg st="358" end="395"/>
                                            </p:txEl>
                                          </p:spTgt>
                                        </p:tgtEl>
                                        <p:attrNameLst>
                                          <p:attrName>style.visibility</p:attrName>
                                        </p:attrNameLst>
                                      </p:cBhvr>
                                      <p:to>
                                        <p:strVal val="visible"/>
                                      </p:to>
                                    </p:set>
                                    <p:anim calcmode="lin" valueType="num">
                                      <p:cBhvr>
                                        <p:cTn dur="1000" fill="hold" id="15"/>
                                        <p:tgtEl>
                                          <p:spTgt spid="1048714">
                                            <p:txEl>
                                              <p:charRg st="358" end="395"/>
                                            </p:txEl>
                                          </p:spTgt>
                                        </p:tgtEl>
                                        <p:attrNameLst>
                                          <p:attrName>ppt_w</p:attrName>
                                        </p:attrNameLst>
                                      </p:cBhvr>
                                      <p:tavLst>
                                        <p:tav tm="0">
                                          <p:val>
                                            <p:fltVal val="0.0"/>
                                          </p:val>
                                        </p:tav>
                                        <p:tav tm="100000">
                                          <p:val>
                                            <p:strVal val="#ppt_w"/>
                                          </p:val>
                                        </p:tav>
                                      </p:tavLst>
                                    </p:anim>
                                    <p:anim calcmode="lin" valueType="num">
                                      <p:cBhvr>
                                        <p:cTn dur="1000" fill="hold" id="16"/>
                                        <p:tgtEl>
                                          <p:spTgt spid="1048714">
                                            <p:txEl>
                                              <p:charRg st="358" end="395"/>
                                            </p:txEl>
                                          </p:spTgt>
                                        </p:tgtEl>
                                        <p:attrNameLst>
                                          <p:attrName>ppt_h</p:attrName>
                                        </p:attrNameLst>
                                      </p:cBhvr>
                                      <p:tavLst>
                                        <p:tav tm="0">
                                          <p:val>
                                            <p:fltVal val="0.0"/>
                                          </p:val>
                                        </p:tav>
                                        <p:tav tm="100000">
                                          <p:val>
                                            <p:strVal val="#ppt_h"/>
                                          </p:val>
                                        </p:tav>
                                      </p:tavLst>
                                    </p:anim>
                                    <p:anim calcmode="lin" valueType="num">
                                      <p:cBhvr>
                                        <p:cTn dur="1000" fill="hold" id="17"/>
                                        <p:tgtEl>
                                          <p:spTgt spid="1048714">
                                            <p:txEl>
                                              <p:charRg st="358" end="395"/>
                                            </p:txEl>
                                          </p:spTgt>
                                        </p:tgtEl>
                                        <p:attrNameLst>
                                          <p:attrName>style.rotation</p:attrName>
                                        </p:attrNameLst>
                                      </p:cBhvr>
                                      <p:tavLst>
                                        <p:tav tm="0">
                                          <p:val>
                                            <p:fltVal val="90.0"/>
                                          </p:val>
                                        </p:tav>
                                        <p:tav tm="100000">
                                          <p:val>
                                            <p:fltVal val="0.0"/>
                                          </p:val>
                                        </p:tav>
                                      </p:tavLst>
                                    </p:anim>
                                    <p:animEffect transition="in" filter="fade">
                                      <p:cBhvr>
                                        <p:cTn dur="1000" id="18"/>
                                        <p:tgtEl>
                                          <p:spTgt spid="1048714">
                                            <p:txEl>
                                              <p:charRg st="358" end="395"/>
                                            </p:txEl>
                                          </p:spTgt>
                                        </p:tgtEl>
                                      </p:cBhvr>
                                    </p:animEffec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31" presetSubtype="0">
                                  <p:stCondLst>
                                    <p:cond delay="0"/>
                                  </p:stCondLst>
                                  <p:childTnLst>
                                    <p:set>
                                      <p:cBhvr>
                                        <p:cTn dur="1" fill="hold" id="22">
                                          <p:stCondLst>
                                            <p:cond delay="0"/>
                                          </p:stCondLst>
                                        </p:cTn>
                                        <p:tgtEl>
                                          <p:spTgt spid="1048714">
                                            <p:txEl>
                                              <p:charRg st="396" end="509"/>
                                            </p:txEl>
                                          </p:spTgt>
                                        </p:tgtEl>
                                        <p:attrNameLst>
                                          <p:attrName>style.visibility</p:attrName>
                                        </p:attrNameLst>
                                      </p:cBhvr>
                                      <p:to>
                                        <p:strVal val="visible"/>
                                      </p:to>
                                    </p:set>
                                    <p:anim calcmode="lin" valueType="num">
                                      <p:cBhvr>
                                        <p:cTn dur="1000" fill="hold" id="23"/>
                                        <p:tgtEl>
                                          <p:spTgt spid="1048714">
                                            <p:txEl>
                                              <p:charRg st="396" end="509"/>
                                            </p:txEl>
                                          </p:spTgt>
                                        </p:tgtEl>
                                        <p:attrNameLst>
                                          <p:attrName>ppt_w</p:attrName>
                                        </p:attrNameLst>
                                      </p:cBhvr>
                                      <p:tavLst>
                                        <p:tav tm="0">
                                          <p:val>
                                            <p:fltVal val="0.0"/>
                                          </p:val>
                                        </p:tav>
                                        <p:tav tm="100000">
                                          <p:val>
                                            <p:strVal val="#ppt_w"/>
                                          </p:val>
                                        </p:tav>
                                      </p:tavLst>
                                    </p:anim>
                                    <p:anim calcmode="lin" valueType="num">
                                      <p:cBhvr>
                                        <p:cTn dur="1000" fill="hold" id="24"/>
                                        <p:tgtEl>
                                          <p:spTgt spid="1048714">
                                            <p:txEl>
                                              <p:charRg st="396" end="509"/>
                                            </p:txEl>
                                          </p:spTgt>
                                        </p:tgtEl>
                                        <p:attrNameLst>
                                          <p:attrName>ppt_h</p:attrName>
                                        </p:attrNameLst>
                                      </p:cBhvr>
                                      <p:tavLst>
                                        <p:tav tm="0">
                                          <p:val>
                                            <p:fltVal val="0.0"/>
                                          </p:val>
                                        </p:tav>
                                        <p:tav tm="100000">
                                          <p:val>
                                            <p:strVal val="#ppt_h"/>
                                          </p:val>
                                        </p:tav>
                                      </p:tavLst>
                                    </p:anim>
                                    <p:anim calcmode="lin" valueType="num">
                                      <p:cBhvr>
                                        <p:cTn dur="1000" fill="hold" id="25"/>
                                        <p:tgtEl>
                                          <p:spTgt spid="1048714">
                                            <p:txEl>
                                              <p:charRg st="396" end="509"/>
                                            </p:txEl>
                                          </p:spTgt>
                                        </p:tgtEl>
                                        <p:attrNameLst>
                                          <p:attrName>style.rotation</p:attrName>
                                        </p:attrNameLst>
                                      </p:cBhvr>
                                      <p:tavLst>
                                        <p:tav tm="0">
                                          <p:val>
                                            <p:fltVal val="90.0"/>
                                          </p:val>
                                        </p:tav>
                                        <p:tav tm="100000">
                                          <p:val>
                                            <p:fltVal val="0.0"/>
                                          </p:val>
                                        </p:tav>
                                      </p:tavLst>
                                    </p:anim>
                                    <p:animEffect transition="in" filter="fade">
                                      <p:cBhvr>
                                        <p:cTn dur="1000" id="26"/>
                                        <p:tgtEl>
                                          <p:spTgt spid="1048714">
                                            <p:txEl>
                                              <p:charRg st="396" end="509"/>
                                            </p:txEl>
                                          </p:spTgt>
                                        </p:tgtEl>
                                      </p:cBhvr>
                                    </p:animEffec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31" presetSubtype="0">
                                  <p:stCondLst>
                                    <p:cond delay="0"/>
                                  </p:stCondLst>
                                  <p:childTnLst>
                                    <p:set>
                                      <p:cBhvr>
                                        <p:cTn dur="1" fill="hold" id="30">
                                          <p:stCondLst>
                                            <p:cond delay="0"/>
                                          </p:stCondLst>
                                        </p:cTn>
                                        <p:tgtEl>
                                          <p:spTgt spid="1048714">
                                            <p:txEl>
                                              <p:charRg st="509" end="718"/>
                                            </p:txEl>
                                          </p:spTgt>
                                        </p:tgtEl>
                                        <p:attrNameLst>
                                          <p:attrName>style.visibility</p:attrName>
                                        </p:attrNameLst>
                                      </p:cBhvr>
                                      <p:to>
                                        <p:strVal val="visible"/>
                                      </p:to>
                                    </p:set>
                                    <p:anim calcmode="lin" valueType="num">
                                      <p:cBhvr>
                                        <p:cTn dur="1000" fill="hold" id="31"/>
                                        <p:tgtEl>
                                          <p:spTgt spid="1048714">
                                            <p:txEl>
                                              <p:charRg st="509" end="718"/>
                                            </p:txEl>
                                          </p:spTgt>
                                        </p:tgtEl>
                                        <p:attrNameLst>
                                          <p:attrName>ppt_w</p:attrName>
                                        </p:attrNameLst>
                                      </p:cBhvr>
                                      <p:tavLst>
                                        <p:tav tm="0">
                                          <p:val>
                                            <p:fltVal val="0.0"/>
                                          </p:val>
                                        </p:tav>
                                        <p:tav tm="100000">
                                          <p:val>
                                            <p:strVal val="#ppt_w"/>
                                          </p:val>
                                        </p:tav>
                                      </p:tavLst>
                                    </p:anim>
                                    <p:anim calcmode="lin" valueType="num">
                                      <p:cBhvr>
                                        <p:cTn dur="1000" fill="hold" id="32"/>
                                        <p:tgtEl>
                                          <p:spTgt spid="1048714">
                                            <p:txEl>
                                              <p:charRg st="509" end="718"/>
                                            </p:txEl>
                                          </p:spTgt>
                                        </p:tgtEl>
                                        <p:attrNameLst>
                                          <p:attrName>ppt_h</p:attrName>
                                        </p:attrNameLst>
                                      </p:cBhvr>
                                      <p:tavLst>
                                        <p:tav tm="0">
                                          <p:val>
                                            <p:fltVal val="0.0"/>
                                          </p:val>
                                        </p:tav>
                                        <p:tav tm="100000">
                                          <p:val>
                                            <p:strVal val="#ppt_h"/>
                                          </p:val>
                                        </p:tav>
                                      </p:tavLst>
                                    </p:anim>
                                    <p:anim calcmode="lin" valueType="num">
                                      <p:cBhvr>
                                        <p:cTn dur="1000" fill="hold" id="33"/>
                                        <p:tgtEl>
                                          <p:spTgt spid="1048714">
                                            <p:txEl>
                                              <p:charRg st="509" end="718"/>
                                            </p:txEl>
                                          </p:spTgt>
                                        </p:tgtEl>
                                        <p:attrNameLst>
                                          <p:attrName>style.rotation</p:attrName>
                                        </p:attrNameLst>
                                      </p:cBhvr>
                                      <p:tavLst>
                                        <p:tav tm="0">
                                          <p:val>
                                            <p:fltVal val="90.0"/>
                                          </p:val>
                                        </p:tav>
                                        <p:tav tm="100000">
                                          <p:val>
                                            <p:fltVal val="0.0"/>
                                          </p:val>
                                        </p:tav>
                                      </p:tavLst>
                                    </p:anim>
                                    <p:animEffect transition="in" filter="fade">
                                      <p:cBhvr>
                                        <p:cTn dur="1000" id="34"/>
                                        <p:tgtEl>
                                          <p:spTgt spid="1048714">
                                            <p:txEl>
                                              <p:charRg st="509" end="718"/>
                                            </p:txEl>
                                          </p:spTgt>
                                        </p:tgtEl>
                                      </p:cBhvr>
                                    </p:animEffect>
                                  </p:childTnLst>
                                </p:cTn>
                              </p:par>
                            </p:childTnLst>
                          </p:cTn>
                        </p:par>
                      </p:childTnLst>
                    </p:cTn>
                  </p:par>
                  <p:par>
                    <p:cTn fill="hold" id="35">
                      <p:stCondLst>
                        <p:cond delay="indefinite"/>
                      </p:stCondLst>
                      <p:childTnLst>
                        <p:par>
                          <p:cTn fill="hold" id="36">
                            <p:stCondLst>
                              <p:cond delay="0"/>
                            </p:stCondLst>
                            <p:childTnLst>
                              <p:par>
                                <p:cTn fill="hold" grpId="0" id="37" nodeType="clickEffect" presetClass="entr" presetID="31" presetSubtype="0">
                                  <p:stCondLst>
                                    <p:cond delay="0"/>
                                  </p:stCondLst>
                                  <p:childTnLst>
                                    <p:set>
                                      <p:cBhvr>
                                        <p:cTn dur="1" fill="hold" id="38">
                                          <p:stCondLst>
                                            <p:cond delay="0"/>
                                          </p:stCondLst>
                                        </p:cTn>
                                        <p:tgtEl>
                                          <p:spTgt spid="1048714">
                                            <p:txEl>
                                              <p:charRg st="718" end="1007"/>
                                            </p:txEl>
                                          </p:spTgt>
                                        </p:tgtEl>
                                        <p:attrNameLst>
                                          <p:attrName>style.visibility</p:attrName>
                                        </p:attrNameLst>
                                      </p:cBhvr>
                                      <p:to>
                                        <p:strVal val="visible"/>
                                      </p:to>
                                    </p:set>
                                    <p:anim calcmode="lin" valueType="num">
                                      <p:cBhvr>
                                        <p:cTn dur="1000" fill="hold" id="39"/>
                                        <p:tgtEl>
                                          <p:spTgt spid="1048714">
                                            <p:txEl>
                                              <p:charRg st="718" end="1007"/>
                                            </p:txEl>
                                          </p:spTgt>
                                        </p:tgtEl>
                                        <p:attrNameLst>
                                          <p:attrName>ppt_w</p:attrName>
                                        </p:attrNameLst>
                                      </p:cBhvr>
                                      <p:tavLst>
                                        <p:tav tm="0">
                                          <p:val>
                                            <p:fltVal val="0.0"/>
                                          </p:val>
                                        </p:tav>
                                        <p:tav tm="100000">
                                          <p:val>
                                            <p:strVal val="#ppt_w"/>
                                          </p:val>
                                        </p:tav>
                                      </p:tavLst>
                                    </p:anim>
                                    <p:anim calcmode="lin" valueType="num">
                                      <p:cBhvr>
                                        <p:cTn dur="1000" fill="hold" id="40"/>
                                        <p:tgtEl>
                                          <p:spTgt spid="1048714">
                                            <p:txEl>
                                              <p:charRg st="718" end="1007"/>
                                            </p:txEl>
                                          </p:spTgt>
                                        </p:tgtEl>
                                        <p:attrNameLst>
                                          <p:attrName>ppt_h</p:attrName>
                                        </p:attrNameLst>
                                      </p:cBhvr>
                                      <p:tavLst>
                                        <p:tav tm="0">
                                          <p:val>
                                            <p:fltVal val="0.0"/>
                                          </p:val>
                                        </p:tav>
                                        <p:tav tm="100000">
                                          <p:val>
                                            <p:strVal val="#ppt_h"/>
                                          </p:val>
                                        </p:tav>
                                      </p:tavLst>
                                    </p:anim>
                                    <p:anim calcmode="lin" valueType="num">
                                      <p:cBhvr>
                                        <p:cTn dur="1000" fill="hold" id="41"/>
                                        <p:tgtEl>
                                          <p:spTgt spid="1048714">
                                            <p:txEl>
                                              <p:charRg st="718" end="1007"/>
                                            </p:txEl>
                                          </p:spTgt>
                                        </p:tgtEl>
                                        <p:attrNameLst>
                                          <p:attrName>style.rotation</p:attrName>
                                        </p:attrNameLst>
                                      </p:cBhvr>
                                      <p:tavLst>
                                        <p:tav tm="0">
                                          <p:val>
                                            <p:fltVal val="90.0"/>
                                          </p:val>
                                        </p:tav>
                                        <p:tav tm="100000">
                                          <p:val>
                                            <p:fltVal val="0.0"/>
                                          </p:val>
                                        </p:tav>
                                      </p:tavLst>
                                    </p:anim>
                                    <p:animEffect transition="in" filter="fade">
                                      <p:cBhvr>
                                        <p:cTn dur="1000" id="42"/>
                                        <p:tgtEl>
                                          <p:spTgt spid="1048714">
                                            <p:txEl>
                                              <p:charRg st="718" end="1007"/>
                                            </p:txEl>
                                          </p:spTgt>
                                        </p:tgtEl>
                                      </p:cBhvr>
                                    </p:animEffect>
                                  </p:childTnLst>
                                </p:cTn>
                              </p:par>
                            </p:childTnLst>
                          </p:cTn>
                        </p:par>
                      </p:childTnLst>
                    </p:cTn>
                  </p:par>
                  <p:par>
                    <p:cTn fill="hold" id="43">
                      <p:stCondLst>
                        <p:cond delay="indefinite"/>
                      </p:stCondLst>
                      <p:childTnLst>
                        <p:par>
                          <p:cTn fill="hold" id="44">
                            <p:stCondLst>
                              <p:cond delay="0"/>
                            </p:stCondLst>
                            <p:childTnLst>
                              <p:par>
                                <p:cTn fill="hold" grpId="0" id="45" nodeType="clickEffect" presetClass="entr" presetID="31" presetSubtype="0">
                                  <p:stCondLst>
                                    <p:cond delay="0"/>
                                  </p:stCondLst>
                                  <p:childTnLst>
                                    <p:set>
                                      <p:cBhvr>
                                        <p:cTn dur="1" fill="hold" id="46">
                                          <p:stCondLst>
                                            <p:cond delay="0"/>
                                          </p:stCondLst>
                                        </p:cTn>
                                        <p:tgtEl>
                                          <p:spTgt spid="1048714">
                                            <p:txEl>
                                              <p:charRg st="1008" end="1247"/>
                                            </p:txEl>
                                          </p:spTgt>
                                        </p:tgtEl>
                                        <p:attrNameLst>
                                          <p:attrName>style.visibility</p:attrName>
                                        </p:attrNameLst>
                                      </p:cBhvr>
                                      <p:to>
                                        <p:strVal val="visible"/>
                                      </p:to>
                                    </p:set>
                                    <p:anim calcmode="lin" valueType="num">
                                      <p:cBhvr>
                                        <p:cTn dur="1000" fill="hold" id="47"/>
                                        <p:tgtEl>
                                          <p:spTgt spid="1048714">
                                            <p:txEl>
                                              <p:charRg st="1008" end="1247"/>
                                            </p:txEl>
                                          </p:spTgt>
                                        </p:tgtEl>
                                        <p:attrNameLst>
                                          <p:attrName>ppt_w</p:attrName>
                                        </p:attrNameLst>
                                      </p:cBhvr>
                                      <p:tavLst>
                                        <p:tav tm="0">
                                          <p:val>
                                            <p:fltVal val="0.0"/>
                                          </p:val>
                                        </p:tav>
                                        <p:tav tm="100000">
                                          <p:val>
                                            <p:strVal val="#ppt_w"/>
                                          </p:val>
                                        </p:tav>
                                      </p:tavLst>
                                    </p:anim>
                                    <p:anim calcmode="lin" valueType="num">
                                      <p:cBhvr>
                                        <p:cTn dur="1000" fill="hold" id="48"/>
                                        <p:tgtEl>
                                          <p:spTgt spid="1048714">
                                            <p:txEl>
                                              <p:charRg st="1008" end="1247"/>
                                            </p:txEl>
                                          </p:spTgt>
                                        </p:tgtEl>
                                        <p:attrNameLst>
                                          <p:attrName>ppt_h</p:attrName>
                                        </p:attrNameLst>
                                      </p:cBhvr>
                                      <p:tavLst>
                                        <p:tav tm="0">
                                          <p:val>
                                            <p:fltVal val="0.0"/>
                                          </p:val>
                                        </p:tav>
                                        <p:tav tm="100000">
                                          <p:val>
                                            <p:strVal val="#ppt_h"/>
                                          </p:val>
                                        </p:tav>
                                      </p:tavLst>
                                    </p:anim>
                                    <p:anim calcmode="lin" valueType="num">
                                      <p:cBhvr>
                                        <p:cTn dur="1000" fill="hold" id="49"/>
                                        <p:tgtEl>
                                          <p:spTgt spid="1048714">
                                            <p:txEl>
                                              <p:charRg st="1008" end="1247"/>
                                            </p:txEl>
                                          </p:spTgt>
                                        </p:tgtEl>
                                        <p:attrNameLst>
                                          <p:attrName>style.rotation</p:attrName>
                                        </p:attrNameLst>
                                      </p:cBhvr>
                                      <p:tavLst>
                                        <p:tav tm="0">
                                          <p:val>
                                            <p:fltVal val="90.0"/>
                                          </p:val>
                                        </p:tav>
                                        <p:tav tm="100000">
                                          <p:val>
                                            <p:fltVal val="0.0"/>
                                          </p:val>
                                        </p:tav>
                                      </p:tavLst>
                                    </p:anim>
                                    <p:animEffect transition="in" filter="fade">
                                      <p:cBhvr>
                                        <p:cTn dur="1000" id="50"/>
                                        <p:tgtEl>
                                          <p:spTgt spid="1048714">
                                            <p:txEl>
                                              <p:charRg st="1008" end="12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14" grpId="0" uiExpand="0" build="p" bldLvl="1"/>
    </p:bldLst>
  </p:timing>
</p:sld>
</file>

<file path=ppt/slides/slide3.xml><?xml version="1.0" encoding="utf-8"?>
<p:sld xmlns:a="http://schemas.openxmlformats.org/drawingml/2006/main" xmlns:r="http://schemas.openxmlformats.org/officeDocument/2006/relationships" xmlns:p="http://schemas.openxmlformats.org/presentationml/2006/main" show="1" showMasterSp="1">
  <p:cSld>
    <p:spTree>
      <p:nvGrpSpPr>
        <p:cNvPr id="46" name=""/>
        <p:cNvGrpSpPr/>
        <p:nvPr/>
      </p:nvGrpSpPr>
      <p:grpSpPr>
        <a:xfrm rot="0">
          <a:off x="0" y="0"/>
          <a:ext cx="0" cy="0"/>
          <a:chOff x="0" y="0"/>
          <a:chExt cx="0" cy="0"/>
        </a:xfrm>
      </p:grpSpPr>
      <p:sp>
        <p:nvSpPr>
          <p:cNvPr id="1048717" name="Espace réservé du contenu 2"/>
          <p:cNvSpPr/>
          <p:nvPr>
            <p:ph sz="full" idx="1"/>
          </p:nvPr>
        </p:nvSpPr>
        <p:spPr>
          <a:xfrm rot="0">
            <a:off x="342900" y="2133600"/>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0">
              <a:buFontTx/>
              <a:buNone/>
            </a:pPr>
            <a:r>
              <a:rPr altLang="en-US" sz="1800" lang="en-US">
                <a:latin typeface="Bell MT" pitchFamily="18" charset="0"/>
              </a:rPr>
              <a:t>                                         Ce </a:t>
            </a:r>
            <a:r>
              <a:rPr altLang="en-US" sz="1800" lang="en-US">
                <a:latin typeface="Bell MT" pitchFamily="18" charset="0"/>
              </a:rPr>
              <a:t>projet, que nous avons réalisé dans le cadre du cours de Système d'exploitation, porte sur le déploiement et la réplication d'une base de données MySQL/MariaDB</a:t>
            </a:r>
            <a:r>
              <a:rPr altLang="en-US" sz="1800" lang="en-US">
                <a:latin typeface="Bell MT" pitchFamily="18" charset="0"/>
              </a:rPr>
              <a:t>.</a:t>
            </a:r>
          </a:p>
          <a:p>
            <a:pPr indent="0" lvl="0" marL="0">
              <a:buFontTx/>
              <a:buNone/>
            </a:pPr>
            <a:r>
              <a:rPr altLang="en-US" sz="1800" lang="en-US">
                <a:latin typeface="Bell MT" pitchFamily="18" charset="0"/>
              </a:rPr>
              <a:t>                                         L’objectif </a:t>
            </a:r>
            <a:r>
              <a:rPr altLang="en-US" sz="1800" lang="en-US">
                <a:latin typeface="Bell MT" pitchFamily="18" charset="0"/>
              </a:rPr>
              <a:t>est d’assurer la haute disponibilité des données en configurant un serveur principal synchronisé avec un serveur de secours (auxiliaire). </a:t>
            </a:r>
          </a:p>
          <a:p>
            <a:pPr indent="0" lvl="0" marL="0">
              <a:buFontTx/>
              <a:buNone/>
            </a:pPr>
            <a:r>
              <a:rPr altLang="en-US" sz="1800" lang="en-US">
                <a:latin typeface="Bell MT" pitchFamily="18" charset="0"/>
              </a:rPr>
              <a:t>                                         La </a:t>
            </a:r>
            <a:r>
              <a:rPr altLang="en-US" sz="1800" lang="en-US">
                <a:latin typeface="Bell MT" pitchFamily="18" charset="0"/>
              </a:rPr>
              <a:t>méthodologie a consisté à installer et initialiser le SGBD sur deux postes distincts, tout en gérant les autorisations d'administration nécessaires. </a:t>
            </a:r>
          </a:p>
          <a:p>
            <a:pPr indent="0" lvl="0" marL="0">
              <a:buFontTx/>
              <a:buNone/>
            </a:pPr>
            <a:r>
              <a:rPr altLang="en-US" sz="1800" lang="en-US">
                <a:latin typeface="Bell MT" pitchFamily="18" charset="0"/>
              </a:rPr>
              <a:t>                                         Les </a:t>
            </a:r>
            <a:r>
              <a:rPr altLang="en-US" sz="1800" lang="en-US">
                <a:latin typeface="Bell MT" pitchFamily="18" charset="0"/>
              </a:rPr>
              <a:t>tests effectués, incluant l'ajout et la suppression d'éléments, ont validé l'efficacité du système de réplication. </a:t>
            </a:r>
          </a:p>
          <a:p>
            <a:pPr indent="0" lvl="0" marL="0">
              <a:buFontTx/>
              <a:buNone/>
            </a:pPr>
            <a:endParaRPr altLang="en-US" sz="1800" lang="en-US">
              <a:latin typeface="Bell MT" pitchFamily="18" charset="0"/>
            </a:endParaRPr>
          </a:p>
          <a:p>
            <a:pPr indent="0" lvl="0" marL="0">
              <a:buFontTx/>
              <a:buNone/>
            </a:pPr>
            <a:r>
              <a:rPr altLang="en-US" sz="1800" lang="en-US">
                <a:latin typeface="Bell MT" pitchFamily="18" charset="0"/>
              </a:rPr>
              <a:t>                                         Ce </a:t>
            </a:r>
            <a:r>
              <a:rPr altLang="en-US" sz="1800" lang="en-US">
                <a:latin typeface="Bell MT" pitchFamily="18" charset="0"/>
              </a:rPr>
              <a:t>travail accompli se base plus sur l'importance des stratégies de sauvegarde en temps réel pour la continuité de service.</a:t>
            </a:r>
          </a:p>
          <a:p>
            <a:pPr indent="0" lvl="0" marL="0">
              <a:buFontTx/>
              <a:buNone/>
            </a:pPr>
            <a:endParaRPr altLang="fr-FR" sz="1800" lang="fr-FR">
              <a:latin typeface="Bell MT" pitchFamily="18" charset="0"/>
            </a:endParaRPr>
          </a:p>
        </p:txBody>
      </p:sp>
      <p:sp>
        <p:nvSpPr>
          <p:cNvPr id="1048718"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Abstract</a:t>
            </a:r>
          </a:p>
        </p:txBody>
      </p:sp>
    </p:spTree>
  </p:cSld>
  <p:clrMapOvr>
    <a:masterClrMapping/>
  </p:clrMapOvr>
  <p:transition spd="slow" advClick="1">
    <p:push dir="u"/>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accel="0" autoRev="0" decel="0" fill="hold" grpId="0" id="5" nodeType="clickEffect" presetClass="entr" presetID="10" presetSubtype="0">
                                  <p:stCondLst>
                                    <p:cond delay="0"/>
                                  </p:stCondLst>
                                  <p:childTnLst>
                                    <p:set>
                                      <p:cBhvr>
                                        <p:cTn dur="1" fill="hold" id="6">
                                          <p:stCondLst>
                                            <p:cond delay="0"/>
                                          </p:stCondLst>
                                        </p:cTn>
                                        <p:tgtEl>
                                          <p:spTgt spid="1048717">
                                            <p:txEl>
                                              <p:charRg st="0" end="205"/>
                                            </p:txEl>
                                          </p:spTgt>
                                        </p:tgtEl>
                                        <p:attrNameLst>
                                          <p:attrName>style.visibility</p:attrName>
                                        </p:attrNameLst>
                                      </p:cBhvr>
                                      <p:to>
                                        <p:strVal val="visible"/>
                                      </p:to>
                                    </p:set>
                                    <p:animEffect transition="in" filter="fade">
                                      <p:cBhvr>
                                        <p:cTn dur="500" id="7"/>
                                        <p:tgtEl>
                                          <p:spTgt spid="1048717">
                                            <p:txEl>
                                              <p:charRg st="0" end="205"/>
                                            </p:txEl>
                                          </p:spTgt>
                                        </p:tgtEl>
                                      </p:cBhvr>
                                    </p:animEffect>
                                  </p:childTnLst>
                                </p:cTn>
                              </p:par>
                            </p:childTnLst>
                          </p:cTn>
                        </p:par>
                      </p:childTnLst>
                    </p:cTn>
                  </p:par>
                  <p:par>
                    <p:cTn fill="hold" id="8">
                      <p:stCondLst>
                        <p:cond delay="indefinite"/>
                      </p:stCondLst>
                      <p:childTnLst>
                        <p:par>
                          <p:cTn fill="hold" id="9">
                            <p:stCondLst>
                              <p:cond delay="0"/>
                            </p:stCondLst>
                            <p:childTnLst>
                              <p:par>
                                <p:cTn accel="0" autoRev="0" decel="0" fill="hold" grpId="0" id="10" nodeType="clickEffect" presetClass="entr" presetID="10" presetSubtype="0">
                                  <p:stCondLst>
                                    <p:cond delay="0"/>
                                  </p:stCondLst>
                                  <p:childTnLst>
                                    <p:set>
                                      <p:cBhvr>
                                        <p:cTn dur="1" fill="hold" id="11">
                                          <p:stCondLst>
                                            <p:cond delay="0"/>
                                          </p:stCondLst>
                                        </p:cTn>
                                        <p:tgtEl>
                                          <p:spTgt spid="1048717">
                                            <p:txEl>
                                              <p:charRg st="205" end="396"/>
                                            </p:txEl>
                                          </p:spTgt>
                                        </p:tgtEl>
                                        <p:attrNameLst>
                                          <p:attrName>style.visibility</p:attrName>
                                        </p:attrNameLst>
                                      </p:cBhvr>
                                      <p:to>
                                        <p:strVal val="visible"/>
                                      </p:to>
                                    </p:set>
                                    <p:animEffect transition="in" filter="fade">
                                      <p:cBhvr>
                                        <p:cTn dur="500" id="12"/>
                                        <p:tgtEl>
                                          <p:spTgt spid="1048717">
                                            <p:txEl>
                                              <p:charRg st="205" end="396"/>
                                            </p:txEl>
                                          </p:spTgt>
                                        </p:tgtEl>
                                      </p:cBhvr>
                                    </p:animEffect>
                                  </p:childTnLst>
                                </p:cTn>
                              </p:par>
                            </p:childTnLst>
                          </p:cTn>
                        </p:par>
                      </p:childTnLst>
                    </p:cTn>
                  </p:par>
                  <p:par>
                    <p:cTn fill="hold" id="13">
                      <p:stCondLst>
                        <p:cond delay="indefinite"/>
                      </p:stCondLst>
                      <p:childTnLst>
                        <p:par>
                          <p:cTn fill="hold" id="14">
                            <p:stCondLst>
                              <p:cond delay="0"/>
                            </p:stCondLst>
                            <p:childTnLst>
                              <p:par>
                                <p:cTn accel="0" autoRev="0" decel="0" fill="hold" grpId="0" id="15" nodeType="clickEffect" presetClass="entr" presetID="10" presetSubtype="0">
                                  <p:stCondLst>
                                    <p:cond delay="0"/>
                                  </p:stCondLst>
                                  <p:childTnLst>
                                    <p:set>
                                      <p:cBhvr>
                                        <p:cTn dur="1" fill="hold" id="16">
                                          <p:stCondLst>
                                            <p:cond delay="0"/>
                                          </p:stCondLst>
                                        </p:cTn>
                                        <p:tgtEl>
                                          <p:spTgt spid="1048717">
                                            <p:txEl>
                                              <p:charRg st="396" end="590"/>
                                            </p:txEl>
                                          </p:spTgt>
                                        </p:tgtEl>
                                        <p:attrNameLst>
                                          <p:attrName>style.visibility</p:attrName>
                                        </p:attrNameLst>
                                      </p:cBhvr>
                                      <p:to>
                                        <p:strVal val="visible"/>
                                      </p:to>
                                    </p:set>
                                    <p:animEffect transition="in" filter="fade">
                                      <p:cBhvr>
                                        <p:cTn dur="500" id="17"/>
                                        <p:tgtEl>
                                          <p:spTgt spid="1048717">
                                            <p:txEl>
                                              <p:charRg st="396" end="590"/>
                                            </p:txEl>
                                          </p:spTgt>
                                        </p:tgtEl>
                                      </p:cBhvr>
                                    </p:animEffect>
                                  </p:childTnLst>
                                </p:cTn>
                              </p:par>
                            </p:childTnLst>
                          </p:cTn>
                        </p:par>
                      </p:childTnLst>
                    </p:cTn>
                  </p:par>
                  <p:par>
                    <p:cTn fill="hold" id="18">
                      <p:stCondLst>
                        <p:cond delay="indefinite"/>
                      </p:stCondLst>
                      <p:childTnLst>
                        <p:par>
                          <p:cTn fill="hold" id="19">
                            <p:stCondLst>
                              <p:cond delay="0"/>
                            </p:stCondLst>
                            <p:childTnLst>
                              <p:par>
                                <p:cTn accel="0" autoRev="0" decel="0" fill="hold" grpId="0" id="20" nodeType="clickEffect" presetClass="entr" presetID="10" presetSubtype="0">
                                  <p:stCondLst>
                                    <p:cond delay="0"/>
                                  </p:stCondLst>
                                  <p:childTnLst>
                                    <p:set>
                                      <p:cBhvr>
                                        <p:cTn dur="1" fill="hold" id="21">
                                          <p:stCondLst>
                                            <p:cond delay="0"/>
                                          </p:stCondLst>
                                        </p:cTn>
                                        <p:tgtEl>
                                          <p:spTgt spid="1048717">
                                            <p:txEl>
                                              <p:charRg st="590" end="751"/>
                                            </p:txEl>
                                          </p:spTgt>
                                        </p:tgtEl>
                                        <p:attrNameLst>
                                          <p:attrName>style.visibility</p:attrName>
                                        </p:attrNameLst>
                                      </p:cBhvr>
                                      <p:to>
                                        <p:strVal val="visible"/>
                                      </p:to>
                                    </p:set>
                                    <p:animEffect transition="in" filter="fade">
                                      <p:cBhvr>
                                        <p:cTn dur="500" id="22"/>
                                        <p:tgtEl>
                                          <p:spTgt spid="1048717">
                                            <p:txEl>
                                              <p:charRg st="590" end="751"/>
                                            </p:txEl>
                                          </p:spTgt>
                                        </p:tgtEl>
                                      </p:cBhvr>
                                    </p:animEffect>
                                  </p:childTnLst>
                                </p:cTn>
                              </p:par>
                            </p:childTnLst>
                          </p:cTn>
                        </p:par>
                      </p:childTnLst>
                    </p:cTn>
                  </p:par>
                  <p:par>
                    <p:cTn fill="hold" id="23">
                      <p:stCondLst>
                        <p:cond delay="indefinite"/>
                      </p:stCondLst>
                      <p:childTnLst>
                        <p:par>
                          <p:cTn fill="hold" id="24">
                            <p:stCondLst>
                              <p:cond delay="0"/>
                            </p:stCondLst>
                            <p:childTnLst>
                              <p:par>
                                <p:cTn accel="0" autoRev="0" decel="0" fill="hold" grpId="0" id="25" nodeType="clickEffect" presetClass="entr" presetID="10" presetSubtype="0">
                                  <p:stCondLst>
                                    <p:cond delay="0"/>
                                  </p:stCondLst>
                                  <p:childTnLst>
                                    <p:set>
                                      <p:cBhvr>
                                        <p:cTn dur="1" fill="hold" id="26">
                                          <p:stCondLst>
                                            <p:cond delay="0"/>
                                          </p:stCondLst>
                                        </p:cTn>
                                        <p:tgtEl>
                                          <p:spTgt spid="1048717">
                                            <p:txEl>
                                              <p:charRg st="752" end="917"/>
                                            </p:txEl>
                                          </p:spTgt>
                                        </p:tgtEl>
                                        <p:attrNameLst>
                                          <p:attrName>style.visibility</p:attrName>
                                        </p:attrNameLst>
                                      </p:cBhvr>
                                      <p:to>
                                        <p:strVal val="visible"/>
                                      </p:to>
                                    </p:set>
                                    <p:animEffect transition="in" filter="fade">
                                      <p:cBhvr>
                                        <p:cTn dur="500" id="27"/>
                                        <p:tgtEl>
                                          <p:spTgt spid="1048717">
                                            <p:txEl>
                                              <p:charRg st="752" end="9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17" grpId="0" uiExpand="0" build="p" bldLvl="1"/>
    </p:bldLst>
  </p:timing>
</p:sld>
</file>

<file path=ppt/slides/slide4.xml><?xml version="1.0" encoding="utf-8"?>
<p:sld xmlns:a="http://schemas.openxmlformats.org/drawingml/2006/main" xmlns:r="http://schemas.openxmlformats.org/officeDocument/2006/relationships" xmlns:p="http://schemas.openxmlformats.org/presentationml/2006/main" show="1" showMasterSp="1">
  <p:cSld>
    <p:spTree>
      <p:nvGrpSpPr>
        <p:cNvPr id="47" name=""/>
        <p:cNvGrpSpPr/>
        <p:nvPr/>
      </p:nvGrpSpPr>
      <p:grpSpPr>
        <a:xfrm rot="0">
          <a:off x="0" y="0"/>
          <a:ext cx="0" cy="0"/>
          <a:chOff x="0" y="0"/>
          <a:chExt cx="0" cy="0"/>
        </a:xfrm>
      </p:grpSpPr>
      <p:sp>
        <p:nvSpPr>
          <p:cNvPr id="1048719" name="Espace réservé du contenu 2"/>
          <p:cNvSpPr/>
          <p:nvPr>
            <p:ph sz="full" idx="1"/>
          </p:nvPr>
        </p:nvSpPr>
        <p:spPr>
          <a:xfrm rot="0">
            <a:off x="342900" y="1116012"/>
            <a:ext cx="6172200" cy="69596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0">
              <a:buFontTx/>
              <a:buNone/>
            </a:pPr>
            <a:r>
              <a:rPr altLang="en-US" sz="1800" lang="en-US">
                <a:latin typeface="Bell MT" pitchFamily="18" charset="0"/>
                <a:ea typeface="Noto Serif CJK SC" pitchFamily="0" charset="1"/>
              </a:rPr>
              <a:t>                       Dans le cadre du cours de Système d’exploitation il nous a été assigner un sujet pour vérifier notre niveau de compréhension et d’applicabilité dans le cours. Le travail étant un travail de groupe, nous avons reçu le sujet sur le déploiement d’une base de données avec réplication. </a:t>
            </a:r>
          </a:p>
          <a:p>
            <a:pPr indent="0" lvl="0" marL="0">
              <a:buFontTx/>
              <a:buNone/>
            </a:pP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                           </a:t>
            </a:r>
          </a:p>
          <a:p>
            <a:pPr indent="0" lvl="0" marL="0">
              <a:buFontTx/>
              <a:buNone/>
            </a:pP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                       Le déploiement d’un serveur de base de données reviens a configurer un système de gestion de base de données pour qu ‘il soit opérationnel sur un ordinateur (cas de notre travail). Nous avons suivis toutes les étapes nécessaires enseigné</a:t>
            </a:r>
            <a:r>
              <a:rPr altLang="en-US" sz="1800" lang="en-US">
                <a:latin typeface="Bell MT" pitchFamily="18" charset="0"/>
                <a:ea typeface="Noto Serif CJK SC" pitchFamily="0" charset="1"/>
              </a:rPr>
              <a:t>es</a:t>
            </a:r>
            <a:r>
              <a:rPr altLang="en-US" sz="1800" lang="en-US">
                <a:latin typeface="Bell MT" pitchFamily="18" charset="0"/>
                <a:ea typeface="Noto Serif CJK SC" pitchFamily="0" charset="1"/>
              </a:rPr>
              <a:t> pendant le cours pour installer, initialiser et configurer notre serveur avec MySQL via son extension MariaDB. La réplication revien</a:t>
            </a:r>
            <a:r>
              <a:rPr altLang="en-US" sz="1800" lang="en-US">
                <a:latin typeface="Bell MT" pitchFamily="18" charset="0"/>
                <a:ea typeface="Noto Serif CJK SC" pitchFamily="0" charset="1"/>
              </a:rPr>
              <a:t>t </a:t>
            </a:r>
            <a:r>
              <a:rPr altLang="en-US" sz="1800" lang="en-US">
                <a:latin typeface="Bell MT" pitchFamily="18" charset="0"/>
                <a:ea typeface="Noto Serif CJK SC" pitchFamily="0" charset="1"/>
              </a:rPr>
              <a:t>à utiliser un autre pc pour pouvoir sauvegarder les données du serveur principal sur les serveurs auxiliaires ou de secours avec toutes les autorisations d’administration d’un serveur de base de données.</a:t>
            </a:r>
          </a:p>
          <a:p>
            <a:pPr indent="0" lvl="0" marL="0">
              <a:buFontTx/>
              <a:buNone/>
            </a:pPr>
            <a:r>
              <a:rPr altLang="en-US" sz="1800" lang="en-US">
                <a:latin typeface="Bell MT" pitchFamily="18" charset="0"/>
              </a:rPr>
              <a:t>                       Nous illustrons dans ce document les différentes étapes qui nous ont conduits jusqu’à la réalisation de notre projet académique et les différents tests effectués </a:t>
            </a:r>
            <a:r>
              <a:rPr altLang="en-US" sz="1800" lang="en-US">
                <a:latin typeface="Bell MT" pitchFamily="18" charset="0"/>
              </a:rPr>
              <a:t>sur nos serveurs afin de nous assurer du bon fonctionnement de la réplication du serveur principal sur les serveurs de secours. Parmi les testes nous avons </a:t>
            </a:r>
            <a:r>
              <a:rPr altLang="en-US" sz="1800" lang="en-US">
                <a:latin typeface="Bell MT" pitchFamily="18" charset="0"/>
              </a:rPr>
              <a:t>effectué </a:t>
            </a:r>
            <a:r>
              <a:rPr altLang="en-US" sz="1800" lang="en-US">
                <a:latin typeface="Bell MT" pitchFamily="18" charset="0"/>
              </a:rPr>
              <a:t>des ajouts et des suppressions des éléments dans une base de données de notre serveur.</a:t>
            </a:r>
          </a:p>
          <a:p>
            <a:pPr indent="0" lvl="0" marL="0">
              <a:buFontTx/>
              <a:buNone/>
            </a:pPr>
            <a:r>
              <a:rPr altLang="en-US" sz="1800" lang="en-US">
                <a:latin typeface="Bell MT" pitchFamily="18" charset="0"/>
              </a:rPr>
              <a:t>	</a:t>
            </a:r>
            <a:r>
              <a:rPr altLang="en-US" sz="1800" lang="en-US">
                <a:latin typeface="Bell MT" pitchFamily="18" charset="0"/>
              </a:rPr>
              <a:t> </a:t>
            </a:r>
            <a:r>
              <a:rPr altLang="en-US" sz="1800" lang="en-US">
                <a:latin typeface="Bell MT" pitchFamily="18" charset="0"/>
              </a:rPr>
              <a:t>    Sans oublier qu’aucune œuvre humaine n‘est parfaite prière de ne pas nous tenir rigueur par rapport à la façon dont le travail a été élaboré. Merci beaucoup</a:t>
            </a:r>
            <a:r>
              <a:rPr altLang="en-US" sz="1800" lang="en-US">
                <a:latin typeface="Liberation Serif" pitchFamily="0" charset="1"/>
              </a:rPr>
              <a:t>.</a:t>
            </a:r>
          </a:p>
          <a:p>
            <a:pPr indent="0" lvl="0" marL="0"/>
            <a:endParaRPr altLang="fr-FR" lang="fr-FR"/>
          </a:p>
        </p:txBody>
      </p:sp>
      <p:sp>
        <p:nvSpPr>
          <p:cNvPr id="1048720"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Introduction</a:t>
            </a:r>
          </a:p>
        </p:txBody>
      </p:sp>
    </p:spTree>
  </p:cSld>
  <p:clrMapOvr>
    <a:masterClrMapping/>
  </p:clrMapOvr>
  <p:transition spd="med" advClick="1">
    <p:pull dir="l"/>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719">
                                            <p:txEl>
                                              <p:charRg st="0" end="306"/>
                                            </p:txEl>
                                          </p:spTgt>
                                        </p:tgtEl>
                                        <p:attrNameLst>
                                          <p:attrName>style.visibility</p:attrName>
                                        </p:attrNameLst>
                                      </p:cBhvr>
                                      <p:to>
                                        <p:strVal val="visible"/>
                                      </p:to>
                                    </p:set>
                                    <p:animEffect transition="in" filter="wipe(down)">
                                      <p:cBhvr>
                                        <p:cTn dur="500" id="7"/>
                                        <p:tgtEl>
                                          <p:spTgt spid="1048719">
                                            <p:txEl>
                                              <p:charRg st="0" end="306"/>
                                            </p:txEl>
                                          </p:spTgt>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4">
                                  <p:stCondLst>
                                    <p:cond delay="0"/>
                                  </p:stCondLst>
                                  <p:childTnLst>
                                    <p:set>
                                      <p:cBhvr>
                                        <p:cTn dur="1" fill="hold" id="11">
                                          <p:stCondLst>
                                            <p:cond delay="0"/>
                                          </p:stCondLst>
                                        </p:cTn>
                                        <p:tgtEl>
                                          <p:spTgt spid="1048719">
                                            <p:txEl>
                                              <p:charRg st="306" end="335"/>
                                            </p:txEl>
                                          </p:spTgt>
                                        </p:tgtEl>
                                        <p:attrNameLst>
                                          <p:attrName>style.visibility</p:attrName>
                                        </p:attrNameLst>
                                      </p:cBhvr>
                                      <p:to>
                                        <p:strVal val="visible"/>
                                      </p:to>
                                    </p:set>
                                    <p:animEffect transition="in" filter="wipe(down)">
                                      <p:cBhvr>
                                        <p:cTn dur="500" id="12"/>
                                        <p:tgtEl>
                                          <p:spTgt spid="1048719">
                                            <p:txEl>
                                              <p:charRg st="306" end="335"/>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4">
                                  <p:stCondLst>
                                    <p:cond delay="0"/>
                                  </p:stCondLst>
                                  <p:childTnLst>
                                    <p:set>
                                      <p:cBhvr>
                                        <p:cTn dur="1" fill="hold" id="16">
                                          <p:stCondLst>
                                            <p:cond delay="0"/>
                                          </p:stCondLst>
                                        </p:cTn>
                                        <p:tgtEl>
                                          <p:spTgt spid="1048719">
                                            <p:txEl>
                                              <p:charRg st="335" end="937"/>
                                            </p:txEl>
                                          </p:spTgt>
                                        </p:tgtEl>
                                        <p:attrNameLst>
                                          <p:attrName>style.visibility</p:attrName>
                                        </p:attrNameLst>
                                      </p:cBhvr>
                                      <p:to>
                                        <p:strVal val="visible"/>
                                      </p:to>
                                    </p:set>
                                    <p:animEffect transition="in" filter="wipe(down)">
                                      <p:cBhvr>
                                        <p:cTn dur="500" id="17"/>
                                        <p:tgtEl>
                                          <p:spTgt spid="1048719">
                                            <p:txEl>
                                              <p:charRg st="335" end="937"/>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22" presetSubtype="4">
                                  <p:stCondLst>
                                    <p:cond delay="0"/>
                                  </p:stCondLst>
                                  <p:childTnLst>
                                    <p:set>
                                      <p:cBhvr>
                                        <p:cTn dur="1" fill="hold" id="21">
                                          <p:stCondLst>
                                            <p:cond delay="0"/>
                                          </p:stCondLst>
                                        </p:cTn>
                                        <p:tgtEl>
                                          <p:spTgt spid="1048719">
                                            <p:txEl>
                                              <p:charRg st="937" end="1374"/>
                                            </p:txEl>
                                          </p:spTgt>
                                        </p:tgtEl>
                                        <p:attrNameLst>
                                          <p:attrName>style.visibility</p:attrName>
                                        </p:attrNameLst>
                                      </p:cBhvr>
                                      <p:to>
                                        <p:strVal val="visible"/>
                                      </p:to>
                                    </p:set>
                                    <p:animEffect transition="in" filter="wipe(down)">
                                      <p:cBhvr>
                                        <p:cTn dur="500" id="22"/>
                                        <p:tgtEl>
                                          <p:spTgt spid="1048719">
                                            <p:txEl>
                                              <p:charRg st="937" end="1374"/>
                                            </p:txEl>
                                          </p:spTgt>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22" presetSubtype="4">
                                  <p:stCondLst>
                                    <p:cond delay="0"/>
                                  </p:stCondLst>
                                  <p:childTnLst>
                                    <p:set>
                                      <p:cBhvr>
                                        <p:cTn dur="1" fill="hold" id="26">
                                          <p:stCondLst>
                                            <p:cond delay="0"/>
                                          </p:stCondLst>
                                        </p:cTn>
                                        <p:tgtEl>
                                          <p:spTgt spid="1048719">
                                            <p:txEl>
                                              <p:charRg st="1374" end="1538"/>
                                            </p:txEl>
                                          </p:spTgt>
                                        </p:tgtEl>
                                        <p:attrNameLst>
                                          <p:attrName>style.visibility</p:attrName>
                                        </p:attrNameLst>
                                      </p:cBhvr>
                                      <p:to>
                                        <p:strVal val="visible"/>
                                      </p:to>
                                    </p:set>
                                    <p:animEffect transition="in" filter="wipe(down)">
                                      <p:cBhvr>
                                        <p:cTn dur="500" id="27"/>
                                        <p:tgtEl>
                                          <p:spTgt spid="1048719">
                                            <p:txEl>
                                              <p:charRg st="1374" end="15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19" grpId="0" uiExpand="0" build="p" bldLvl="1"/>
    </p:bldLst>
  </p:timing>
</p:sld>
</file>

<file path=ppt/slides/slide5.xml><?xml version="1.0" encoding="utf-8"?>
<p:sld xmlns:a="http://schemas.openxmlformats.org/drawingml/2006/main" xmlns:r="http://schemas.openxmlformats.org/officeDocument/2006/relationships" xmlns:p="http://schemas.openxmlformats.org/presentationml/2006/main" show="1" showMasterSp="1">
  <p:cSld>
    <p:spTree>
      <p:nvGrpSpPr>
        <p:cNvPr id="48" name=""/>
        <p:cNvGrpSpPr/>
        <p:nvPr/>
      </p:nvGrpSpPr>
      <p:grpSpPr>
        <a:xfrm rot="0">
          <a:off x="0" y="0"/>
          <a:ext cx="0" cy="0"/>
          <a:chOff x="0" y="0"/>
          <a:chExt cx="0" cy="0"/>
        </a:xfrm>
      </p:grpSpPr>
      <p:sp>
        <p:nvSpPr>
          <p:cNvPr id="1048721" name="Espace réservé du contenu 2"/>
          <p:cNvSpPr/>
          <p:nvPr>
            <p:ph sz="full" idx="1"/>
          </p:nvPr>
        </p:nvSpPr>
        <p:spPr>
          <a:xfrm rot="0">
            <a:off x="314325" y="1619250"/>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0">
              <a:buFontTx/>
              <a:buNone/>
            </a:pPr>
            <a:r>
              <a:rPr altLang="en-US" sz="1800" lang="en-US">
                <a:latin typeface="Bell MT" pitchFamily="18" charset="0"/>
                <a:ea typeface="Noto Serif CJK SC" pitchFamily="0" charset="1"/>
              </a:rPr>
              <a:t>                                            Nous </a:t>
            </a:r>
            <a:r>
              <a:rPr altLang="en-US" sz="1800" lang="en-US">
                <a:latin typeface="Bell MT" pitchFamily="18" charset="0"/>
                <a:ea typeface="Noto Serif CJK SC" pitchFamily="0" charset="1"/>
              </a:rPr>
              <a:t>avons au cours de ce travail rencontré certains problèmes en voulant déployer notre serveur, nous avons eu la plus grande difficulté en voulant connecter le pc maître avec le pc esclave suite au fait que le pare-feu du pc avec le serveur maître était désactivé et cela nous a </a:t>
            </a:r>
            <a:r>
              <a:rPr altLang="en-US" sz="1800" lang="en-US">
                <a:latin typeface="Bell MT" pitchFamily="18" charset="0"/>
                <a:ea typeface="Noto Serif CJK SC" pitchFamily="0" charset="1"/>
              </a:rPr>
              <a:t>poussé </a:t>
            </a:r>
            <a:r>
              <a:rPr altLang="en-US" sz="1800" lang="en-US">
                <a:latin typeface="Bell MT" pitchFamily="18" charset="0"/>
                <a:ea typeface="Noto Serif CJK SC" pitchFamily="0" charset="1"/>
              </a:rPr>
              <a:t>à approfondir nos recherches afin de trouver une solution pour assurer une réplication avec succès.</a:t>
            </a:r>
          </a:p>
          <a:p>
            <a:pPr indent="0" lvl="0" marL="0">
              <a:buFontTx/>
              <a:buNone/>
            </a:pPr>
            <a:r>
              <a:rPr altLang="en-US" sz="1800" lang="en-US">
                <a:latin typeface="Bell MT" pitchFamily="18" charset="0"/>
                <a:ea typeface="Noto Serif CJK SC" pitchFamily="0" charset="1"/>
              </a:rPr>
              <a:t>                                              La réplication consiste a créer une copie de notre serveur sur un pc différent tout en restant synchroniser chaque fois pour permettre une mise à jour instantané des données du serveur.</a:t>
            </a:r>
          </a:p>
          <a:p>
            <a:pPr indent="0" lvl="0" marL="0">
              <a:buFontTx/>
              <a:buNone/>
            </a:pPr>
            <a:r>
              <a:rPr altLang="en-US" sz="1800" lang="en-US">
                <a:latin typeface="Bell MT" pitchFamily="18" charset="0"/>
                <a:ea typeface="Noto Serif CJK SC" pitchFamily="0" charset="1"/>
              </a:rPr>
              <a:t>                                               </a:t>
            </a:r>
          </a:p>
          <a:p>
            <a:pPr indent="0" lvl="0" marL="0">
              <a:buFontTx/>
              <a:buNone/>
            </a:pPr>
            <a:r>
              <a:rPr altLang="en-US" sz="1800" lang="en-US">
                <a:latin typeface="Bell MT" pitchFamily="18" charset="0"/>
                <a:ea typeface="Noto Serif CJK SC" pitchFamily="0" charset="1"/>
              </a:rPr>
              <a:t>                                               Hormis le grand problème qui était la connexion entre maître et esclave il y a eu un problème de synchronisation quand nous avons voulus utiliser deux esclaves mais nous avons tout de même continuer a tenter une réplication sur deux esclaves et notre ambition était de faire un test avec plusieurs esclave et observer comment ils se comporteraient avec tous les droits leurs étant assigner.</a:t>
            </a:r>
          </a:p>
          <a:p>
            <a:pPr indent="0" lvl="0" marL="0"/>
            <a:endParaRPr altLang="fr-FR" sz="1800" lang="fr-FR"/>
          </a:p>
        </p:txBody>
      </p:sp>
      <p:sp>
        <p:nvSpPr>
          <p:cNvPr id="1048722"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Problématique et Objectif</a:t>
            </a:r>
          </a:p>
        </p:txBody>
      </p:sp>
    </p:spTree>
  </p:cSld>
  <p:clrMapOvr>
    <a:masterClrMapping/>
  </p:clrMapOvr>
  <p:transition spd="slow" advClick="1">
    <p:cover dir="l"/>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6" presetSubtype="16">
                                  <p:stCondLst>
                                    <p:cond delay="0"/>
                                  </p:stCondLst>
                                  <p:childTnLst>
                                    <p:set>
                                      <p:cBhvr>
                                        <p:cTn dur="1" fill="hold" id="6">
                                          <p:stCondLst>
                                            <p:cond delay="0"/>
                                          </p:stCondLst>
                                        </p:cTn>
                                        <p:tgtEl>
                                          <p:spTgt spid="1048721">
                                            <p:txEl>
                                              <p:charRg st="0" end="432"/>
                                            </p:txEl>
                                          </p:spTgt>
                                        </p:tgtEl>
                                        <p:attrNameLst>
                                          <p:attrName>style.visibility</p:attrName>
                                        </p:attrNameLst>
                                      </p:cBhvr>
                                      <p:to>
                                        <p:strVal val="visible"/>
                                      </p:to>
                                    </p:set>
                                    <p:animEffect transition="in" filter="circle(in)">
                                      <p:cBhvr>
                                        <p:cTn dur="2000" id="7"/>
                                        <p:tgtEl>
                                          <p:spTgt spid="1048721">
                                            <p:txEl>
                                              <p:charRg st="0" end="432"/>
                                            </p:txEl>
                                          </p:spTgt>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6" presetSubtype="16">
                                  <p:stCondLst>
                                    <p:cond delay="0"/>
                                  </p:stCondLst>
                                  <p:childTnLst>
                                    <p:set>
                                      <p:cBhvr>
                                        <p:cTn dur="1" fill="hold" id="11">
                                          <p:stCondLst>
                                            <p:cond delay="0"/>
                                          </p:stCondLst>
                                        </p:cTn>
                                        <p:tgtEl>
                                          <p:spTgt spid="1048721">
                                            <p:txEl>
                                              <p:charRg st="432" end="664"/>
                                            </p:txEl>
                                          </p:spTgt>
                                        </p:tgtEl>
                                        <p:attrNameLst>
                                          <p:attrName>style.visibility</p:attrName>
                                        </p:attrNameLst>
                                      </p:cBhvr>
                                      <p:to>
                                        <p:strVal val="visible"/>
                                      </p:to>
                                    </p:set>
                                    <p:animEffect transition="in" filter="circle(in)">
                                      <p:cBhvr>
                                        <p:cTn dur="2000" id="12"/>
                                        <p:tgtEl>
                                          <p:spTgt spid="1048721">
                                            <p:txEl>
                                              <p:charRg st="432" end="664"/>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6" presetSubtype="16">
                                  <p:stCondLst>
                                    <p:cond delay="0"/>
                                  </p:stCondLst>
                                  <p:childTnLst>
                                    <p:set>
                                      <p:cBhvr>
                                        <p:cTn dur="1" fill="hold" id="16">
                                          <p:stCondLst>
                                            <p:cond delay="0"/>
                                          </p:stCondLst>
                                        </p:cTn>
                                        <p:tgtEl>
                                          <p:spTgt spid="1048721">
                                            <p:txEl>
                                              <p:charRg st="664" end="712"/>
                                            </p:txEl>
                                          </p:spTgt>
                                        </p:tgtEl>
                                        <p:attrNameLst>
                                          <p:attrName>style.visibility</p:attrName>
                                        </p:attrNameLst>
                                      </p:cBhvr>
                                      <p:to>
                                        <p:strVal val="visible"/>
                                      </p:to>
                                    </p:set>
                                    <p:animEffect transition="in" filter="circle(in)">
                                      <p:cBhvr>
                                        <p:cTn dur="2000" id="17"/>
                                        <p:tgtEl>
                                          <p:spTgt spid="1048721">
                                            <p:txEl>
                                              <p:charRg st="664" end="712"/>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6" presetSubtype="16">
                                  <p:stCondLst>
                                    <p:cond delay="0"/>
                                  </p:stCondLst>
                                  <p:childTnLst>
                                    <p:set>
                                      <p:cBhvr>
                                        <p:cTn dur="1" fill="hold" id="21">
                                          <p:stCondLst>
                                            <p:cond delay="0"/>
                                          </p:stCondLst>
                                        </p:cTn>
                                        <p:tgtEl>
                                          <p:spTgt spid="1048721">
                                            <p:txEl>
                                              <p:charRg st="712" end="1150"/>
                                            </p:txEl>
                                          </p:spTgt>
                                        </p:tgtEl>
                                        <p:attrNameLst>
                                          <p:attrName>style.visibility</p:attrName>
                                        </p:attrNameLst>
                                      </p:cBhvr>
                                      <p:to>
                                        <p:strVal val="visible"/>
                                      </p:to>
                                    </p:set>
                                    <p:animEffect transition="in" filter="circle(in)">
                                      <p:cBhvr>
                                        <p:cTn dur="2000" id="22"/>
                                        <p:tgtEl>
                                          <p:spTgt spid="1048721">
                                            <p:txEl>
                                              <p:charRg st="712" end="1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1" grpId="0" uiExpand="0" build="p" bldLvl="1"/>
    </p:bldLst>
  </p:timing>
</p:sld>
</file>

<file path=ppt/slides/slide6.xml><?xml version="1.0" encoding="utf-8"?>
<p:sld xmlns:a="http://schemas.openxmlformats.org/drawingml/2006/main" xmlns:r="http://schemas.openxmlformats.org/officeDocument/2006/relationships" xmlns:p="http://schemas.openxmlformats.org/presentationml/2006/main" show="1" showMasterSp="1">
  <p:cSld>
    <p:spTree>
      <p:nvGrpSpPr>
        <p:cNvPr id="49" name=""/>
        <p:cNvGrpSpPr/>
        <p:nvPr/>
      </p:nvGrpSpPr>
      <p:grpSpPr>
        <a:xfrm rot="0">
          <a:off x="0" y="0"/>
          <a:ext cx="0" cy="0"/>
          <a:chOff x="0" y="0"/>
          <a:chExt cx="0" cy="0"/>
        </a:xfrm>
      </p:grpSpPr>
      <p:sp>
        <p:nvSpPr>
          <p:cNvPr id="1048723" name="Espace réservé du contenu 2"/>
          <p:cNvSpPr/>
          <p:nvPr>
            <p:ph sz="full" idx="1"/>
          </p:nvPr>
        </p:nvSpPr>
        <p:spPr>
          <a:xfrm rot="0">
            <a:off x="342900" y="2133600"/>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285750" lvl="0" marL="285750">
              <a:buFontTx/>
              <a:buAutoNum type="romanUcPeriod" startAt="1"/>
            </a:pPr>
            <a:r>
              <a:rPr altLang="en-US" sz="1800" lang="en-US" u="sng">
                <a:latin typeface="Bell MT" pitchFamily="18" charset="0"/>
                <a:ea typeface="Noto Serif CJK SC" pitchFamily="0" charset="1"/>
              </a:rPr>
              <a:t>INSTALLATION </a:t>
            </a:r>
            <a:r>
              <a:rPr altLang="en-US" sz="1800" lang="en-US" u="sng">
                <a:latin typeface="Bell MT" pitchFamily="18" charset="0"/>
                <a:ea typeface="Noto Serif CJK SC" pitchFamily="0" charset="1"/>
              </a:rPr>
              <a:t>DU SERVEUR</a:t>
            </a:r>
            <a:r>
              <a:rPr altLang="en-US" sz="1800" lang="en-US" u="sng">
                <a:latin typeface="Bell MT" pitchFamily="18" charset="0"/>
                <a:ea typeface="Noto Serif CJK SC" pitchFamily="0" charset="1"/>
              </a:rPr>
              <a:t>.</a:t>
            </a:r>
          </a:p>
          <a:p>
            <a:pPr indent="-285750" lvl="0" marL="285750">
              <a:buFontTx/>
              <a:buNone/>
            </a:pPr>
            <a:endParaRPr altLang="en-US" sz="1800" lang="en-US">
              <a:latin typeface="Bell MT" pitchFamily="18" charset="0"/>
              <a:ea typeface="Noto Serif CJK SC" pitchFamily="0" charset="1"/>
            </a:endParaRPr>
          </a:p>
          <a:p>
            <a:pPr indent="-285750" lvl="0" marL="285750">
              <a:buFontTx/>
              <a:buNone/>
            </a:pPr>
            <a:r>
              <a:rPr altLang="en-US" sz="1800" lang="en-US">
                <a:latin typeface="Bell MT" pitchFamily="18" charset="0"/>
                <a:ea typeface="Noto Serif CJK SC" pitchFamily="0" charset="1"/>
              </a:rPr>
              <a:t>-  Ouverture </a:t>
            </a:r>
            <a:r>
              <a:rPr altLang="en-US" sz="1800" lang="en-US">
                <a:latin typeface="Bell MT" pitchFamily="18" charset="0"/>
                <a:ea typeface="Noto Serif CJK SC" pitchFamily="0" charset="1"/>
              </a:rPr>
              <a:t>du terminal </a:t>
            </a:r>
            <a:r>
              <a:rPr altLang="en-US" sz="1800" lang="en-US">
                <a:latin typeface="Bell MT" pitchFamily="18" charset="0"/>
                <a:ea typeface="Noto Serif CJK SC" pitchFamily="0" charset="1"/>
              </a:rPr>
              <a:t>Bash</a:t>
            </a:r>
            <a:r>
              <a:rPr altLang="en-US" sz="1800" lang="en-US">
                <a:latin typeface="Bell MT" pitchFamily="18" charset="0"/>
                <a:ea typeface="Noto Serif CJK SC" pitchFamily="0" charset="1"/>
              </a:rPr>
              <a:t>- Rafraîchissement du </a:t>
            </a:r>
            <a:r>
              <a:rPr altLang="en-US" sz="1800" lang="en-US">
                <a:latin typeface="Bell MT" pitchFamily="18" charset="0"/>
                <a:ea typeface="Noto Serif CJK SC" pitchFamily="0" charset="1"/>
              </a:rPr>
              <a:t>bash</a:t>
            </a:r>
          </a:p>
          <a:p>
            <a:pPr indent="-285750" lvl="0" marL="285750">
              <a:buFontTx/>
              <a:buNone/>
            </a:pP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Installation du serveur </a:t>
            </a:r>
            <a:r>
              <a:rPr altLang="en-US" sz="1800" lang="en-US">
                <a:latin typeface="Bell MT" pitchFamily="18" charset="0"/>
                <a:ea typeface="Noto Serif CJK SC" pitchFamily="0" charset="1"/>
              </a:rPr>
              <a:t>MariaDB</a:t>
            </a:r>
          </a:p>
          <a:p>
            <a:pPr indent="-285750" lvl="0" marL="285750">
              <a:buFontTx/>
              <a:buNone/>
            </a:pPr>
            <a:r>
              <a:rPr altLang="en-US" sz="1800" lang="en-US">
                <a:latin typeface="Bell MT" pitchFamily="18" charset="0"/>
                <a:ea typeface="Noto Serif CJK SC" pitchFamily="0" charset="1"/>
              </a:rPr>
              <a:t>-Vérification </a:t>
            </a:r>
            <a:r>
              <a:rPr altLang="en-US" sz="1800" lang="en-US">
                <a:latin typeface="Bell MT" pitchFamily="18" charset="0"/>
                <a:ea typeface="Noto Serif CJK SC" pitchFamily="0" charset="1"/>
              </a:rPr>
              <a:t>de la version du serveur installé  </a:t>
            </a:r>
          </a:p>
          <a:p>
            <a:pPr indent="-285750" lvl="0" marL="285750">
              <a:buFontTx/>
              <a:buNone/>
            </a:pPr>
            <a:endParaRPr altLang="en-US" sz="1800" lang="en-US">
              <a:latin typeface="Bell MT" pitchFamily="18" charset="0"/>
              <a:ea typeface="Noto Serif CJK SC" pitchFamily="0" charset="1"/>
            </a:endParaRPr>
          </a:p>
          <a:p>
            <a:pPr indent="-285750" lvl="0" marL="285750">
              <a:buFontTx/>
              <a:buNone/>
            </a:pPr>
            <a:r>
              <a:rPr altLang="en-US" sz="1800" lang="en-US">
                <a:latin typeface="Bell MT" pitchFamily="18" charset="0"/>
                <a:ea typeface="Noto Serif CJK SC" pitchFamily="0" charset="1"/>
              </a:rPr>
              <a:t>II.  </a:t>
            </a:r>
            <a:r>
              <a:rPr altLang="en-US" sz="1800" lang="en-US" u="sng">
                <a:latin typeface="Bell MT" pitchFamily="18" charset="0"/>
                <a:ea typeface="Noto Serif CJK SC" pitchFamily="0" charset="1"/>
              </a:rPr>
              <a:t>UTILISATION DES COMMANDES</a:t>
            </a: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pour configurer le Pc maître ou serveur </a:t>
            </a:r>
            <a:r>
              <a:rPr altLang="en-US" sz="1800" lang="en-US">
                <a:latin typeface="Bell MT" pitchFamily="18" charset="0"/>
                <a:ea typeface="Noto Serif CJK SC" pitchFamily="0" charset="1"/>
              </a:rPr>
              <a:t>principal</a:t>
            </a:r>
          </a:p>
          <a:p>
            <a:pPr indent="-285750" lvl="0" marL="285750">
              <a:buFontTx/>
              <a:buNone/>
            </a:pPr>
            <a:endParaRPr altLang="en-US" lang="zh-CN"/>
          </a:p>
          <a:p>
            <a:pPr indent="-285750" lvl="0" marL="285750">
              <a:buFontTx/>
              <a:buNone/>
            </a:pPr>
            <a:r>
              <a:rPr altLang="en-US" sz="1800" lang="en-US">
                <a:latin typeface="Bell MT" pitchFamily="18" charset="0"/>
              </a:rPr>
              <a:t>- Rafraîchissement </a:t>
            </a:r>
            <a:r>
              <a:rPr altLang="en-US" sz="1800" lang="en-US">
                <a:latin typeface="Bell MT" pitchFamily="18" charset="0"/>
              </a:rPr>
              <a:t>du </a:t>
            </a:r>
            <a:r>
              <a:rPr altLang="en-US" sz="1800" lang="en-US">
                <a:latin typeface="Bell MT" pitchFamily="18" charset="0"/>
              </a:rPr>
              <a:t>bash</a:t>
            </a:r>
          </a:p>
          <a:p>
            <a:pPr indent="-285750" lvl="0" marL="285750">
              <a:buFontTx/>
              <a:buNone/>
            </a:pPr>
            <a:r>
              <a:rPr altLang="en-US" sz="1800" lang="en-US">
                <a:latin typeface="Bell MT" pitchFamily="18" charset="0"/>
              </a:rPr>
              <a:t>-  </a:t>
            </a:r>
            <a:r>
              <a:rPr altLang="en-US" sz="1800" lang="en-US">
                <a:latin typeface="Bell MT" pitchFamily="18" charset="0"/>
              </a:rPr>
              <a:t>Installation du serveur </a:t>
            </a:r>
            <a:r>
              <a:rPr altLang="en-US" sz="1800" lang="en-US">
                <a:latin typeface="Bell MT" pitchFamily="18" charset="0"/>
              </a:rPr>
              <a:t>MariaDb </a:t>
            </a:r>
          </a:p>
          <a:p>
            <a:pPr indent="-285750" lvl="0" marL="285750">
              <a:buFontTx/>
              <a:buNone/>
            </a:pPr>
            <a:endParaRPr altLang="en-US" sz="1800" lang="en-US">
              <a:latin typeface="Bell MT" pitchFamily="18" charset="0"/>
            </a:endParaRPr>
          </a:p>
          <a:p>
            <a:pPr indent="-285750" lvl="0" marL="285750">
              <a:buFontTx/>
              <a:buNone/>
            </a:pPr>
            <a:r>
              <a:rPr altLang="en-US" sz="1800" lang="en-US">
                <a:latin typeface="Bell MT" pitchFamily="18" charset="0"/>
              </a:rPr>
              <a:t>-  Verification </a:t>
            </a:r>
            <a:r>
              <a:rPr altLang="en-US" sz="1800" lang="en-US">
                <a:latin typeface="Bell MT" pitchFamily="18" charset="0"/>
              </a:rPr>
              <a:t>de la version du sereveur </a:t>
            </a:r>
            <a:r>
              <a:rPr altLang="en-US" sz="1800" lang="en-US">
                <a:latin typeface="Bell MT" pitchFamily="18" charset="0"/>
              </a:rPr>
              <a:t>installer</a:t>
            </a:r>
          </a:p>
          <a:p>
            <a:pPr indent="-285750" lvl="0" marL="285750">
              <a:buFontTx/>
              <a:buNone/>
            </a:pPr>
            <a:r>
              <a:rPr altLang="en-US" sz="1800" lang="en-US">
                <a:latin typeface="Bell MT" pitchFamily="18" charset="0"/>
              </a:rPr>
              <a:t>-  Modification </a:t>
            </a:r>
            <a:r>
              <a:rPr altLang="en-US" sz="1800" lang="en-US">
                <a:latin typeface="Bell MT" pitchFamily="18" charset="0"/>
              </a:rPr>
              <a:t>du fichier nano </a:t>
            </a:r>
            <a:r>
              <a:rPr altLang="en-US" sz="1800" lang="en-US">
                <a:latin typeface="Bell MT" pitchFamily="18" charset="0"/>
              </a:rPr>
              <a:t>serveur</a:t>
            </a:r>
          </a:p>
          <a:p>
            <a:pPr indent="-285750" lvl="0" marL="285750">
              <a:buFontTx/>
              <a:buNone/>
            </a:pPr>
            <a:r>
              <a:rPr altLang="en-US" sz="1800" lang="en-US">
                <a:latin typeface="Bell MT" pitchFamily="18" charset="0"/>
              </a:rPr>
              <a:t>-  Lancement </a:t>
            </a:r>
            <a:r>
              <a:rPr altLang="en-US" sz="1800" lang="en-US">
                <a:latin typeface="Bell MT" pitchFamily="18" charset="0"/>
              </a:rPr>
              <a:t>de </a:t>
            </a:r>
            <a:r>
              <a:rPr altLang="en-US" sz="1800" lang="en-US">
                <a:latin typeface="Bell MT" pitchFamily="18" charset="0"/>
              </a:rPr>
              <a:t>mariadb</a:t>
            </a:r>
          </a:p>
          <a:p>
            <a:pPr indent="-285750" lvl="0" marL="285750">
              <a:buFontTx/>
              <a:buNone/>
            </a:pPr>
            <a:r>
              <a:rPr altLang="en-US" sz="1800" lang="en-US">
                <a:latin typeface="Bell MT" pitchFamily="18" charset="0"/>
                <a:ea typeface="Noto Serif CJK SC" pitchFamily="0" charset="1"/>
              </a:rPr>
              <a:t>- Configuration du serveur</a:t>
            </a:r>
          </a:p>
          <a:p>
            <a:pPr indent="-285750" lvl="0" marL="285750"/>
            <a:endParaRPr altLang="en-US" sz="1200" lang="en-US">
              <a:latin typeface="Bell MT" pitchFamily="18" charset="0"/>
              <a:ea typeface="Noto Serif CJK SC" pitchFamily="0" charset="1"/>
            </a:endParaRPr>
          </a:p>
          <a:p>
            <a:pPr indent="-285750" lvl="0" marL="285750"/>
            <a:endParaRPr altLang="fr-FR" sz="1200" lang="fr-FR"/>
          </a:p>
        </p:txBody>
      </p:sp>
      <p:sp>
        <p:nvSpPr>
          <p:cNvPr id="1048724"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Méthodologie</a:t>
            </a:r>
          </a:p>
        </p:txBody>
      </p:sp>
    </p:spTree>
  </p:cSld>
  <p:clrMapOvr>
    <a:masterClrMapping/>
  </p:clrMapOvr>
  <p:transition spd="slow" advClick="1">
    <p:checker dir="horz"/>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723">
                                            <p:txEl>
                                              <p:charRg st="0" end="25"/>
                                            </p:txEl>
                                          </p:spTgt>
                                        </p:tgtEl>
                                        <p:attrNameLst>
                                          <p:attrName>style.visibility</p:attrName>
                                        </p:attrNameLst>
                                      </p:cBhvr>
                                      <p:to>
                                        <p:strVal val="visible"/>
                                      </p:to>
                                    </p:set>
                                    <p:animEffect transition="in" filter="barn(inVertical)">
                                      <p:cBhvr>
                                        <p:cTn dur="500" id="7"/>
                                        <p:tgtEl>
                                          <p:spTgt spid="1048723">
                                            <p:txEl>
                                              <p:charRg st="0" end="25"/>
                                            </p:txEl>
                                          </p:spTgt>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16" presetSubtype="21">
                                  <p:stCondLst>
                                    <p:cond delay="0"/>
                                  </p:stCondLst>
                                  <p:childTnLst>
                                    <p:set>
                                      <p:cBhvr>
                                        <p:cTn dur="1" fill="hold" id="11">
                                          <p:stCondLst>
                                            <p:cond delay="0"/>
                                          </p:stCondLst>
                                        </p:cTn>
                                        <p:tgtEl>
                                          <p:spTgt spid="1048723">
                                            <p:txEl>
                                              <p:charRg st="26" end="82"/>
                                            </p:txEl>
                                          </p:spTgt>
                                        </p:tgtEl>
                                        <p:attrNameLst>
                                          <p:attrName>style.visibility</p:attrName>
                                        </p:attrNameLst>
                                      </p:cBhvr>
                                      <p:to>
                                        <p:strVal val="visible"/>
                                      </p:to>
                                    </p:set>
                                    <p:animEffect transition="in" filter="barn(inVertical)">
                                      <p:cBhvr>
                                        <p:cTn dur="500" id="12"/>
                                        <p:tgtEl>
                                          <p:spTgt spid="1048723">
                                            <p:txEl>
                                              <p:charRg st="26" end="82"/>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16" presetSubtype="21">
                                  <p:stCondLst>
                                    <p:cond delay="0"/>
                                  </p:stCondLst>
                                  <p:childTnLst>
                                    <p:set>
                                      <p:cBhvr>
                                        <p:cTn dur="1" fill="hold" id="16">
                                          <p:stCondLst>
                                            <p:cond delay="0"/>
                                          </p:stCondLst>
                                        </p:cTn>
                                        <p:tgtEl>
                                          <p:spTgt spid="1048723">
                                            <p:txEl>
                                              <p:charRg st="82" end="116"/>
                                            </p:txEl>
                                          </p:spTgt>
                                        </p:tgtEl>
                                        <p:attrNameLst>
                                          <p:attrName>style.visibility</p:attrName>
                                        </p:attrNameLst>
                                      </p:cBhvr>
                                      <p:to>
                                        <p:strVal val="visible"/>
                                      </p:to>
                                    </p:set>
                                    <p:animEffect transition="in" filter="barn(inVertical)">
                                      <p:cBhvr>
                                        <p:cTn dur="500" id="17"/>
                                        <p:tgtEl>
                                          <p:spTgt spid="1048723">
                                            <p:txEl>
                                              <p:charRg st="82" end="116"/>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16" presetSubtype="21">
                                  <p:stCondLst>
                                    <p:cond delay="0"/>
                                  </p:stCondLst>
                                  <p:childTnLst>
                                    <p:set>
                                      <p:cBhvr>
                                        <p:cTn dur="1" fill="hold" id="21">
                                          <p:stCondLst>
                                            <p:cond delay="0"/>
                                          </p:stCondLst>
                                        </p:cTn>
                                        <p:tgtEl>
                                          <p:spTgt spid="1048723">
                                            <p:txEl>
                                              <p:charRg st="116" end="166"/>
                                            </p:txEl>
                                          </p:spTgt>
                                        </p:tgtEl>
                                        <p:attrNameLst>
                                          <p:attrName>style.visibility</p:attrName>
                                        </p:attrNameLst>
                                      </p:cBhvr>
                                      <p:to>
                                        <p:strVal val="visible"/>
                                      </p:to>
                                    </p:set>
                                    <p:animEffect transition="in" filter="barn(inVertical)">
                                      <p:cBhvr>
                                        <p:cTn dur="500" id="22"/>
                                        <p:tgtEl>
                                          <p:spTgt spid="1048723">
                                            <p:txEl>
                                              <p:charRg st="116" end="166"/>
                                            </p:txEl>
                                          </p:spTgt>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6" presetSubtype="21">
                                  <p:stCondLst>
                                    <p:cond delay="0"/>
                                  </p:stCondLst>
                                  <p:childTnLst>
                                    <p:set>
                                      <p:cBhvr>
                                        <p:cTn dur="1" fill="hold" id="26">
                                          <p:stCondLst>
                                            <p:cond delay="0"/>
                                          </p:stCondLst>
                                        </p:cTn>
                                        <p:tgtEl>
                                          <p:spTgt spid="1048723">
                                            <p:txEl>
                                              <p:charRg st="167" end="249"/>
                                            </p:txEl>
                                          </p:spTgt>
                                        </p:tgtEl>
                                        <p:attrNameLst>
                                          <p:attrName>style.visibility</p:attrName>
                                        </p:attrNameLst>
                                      </p:cBhvr>
                                      <p:to>
                                        <p:strVal val="visible"/>
                                      </p:to>
                                    </p:set>
                                    <p:animEffect transition="in" filter="barn(inVertical)">
                                      <p:cBhvr>
                                        <p:cTn dur="500" id="27"/>
                                        <p:tgtEl>
                                          <p:spTgt spid="1048723">
                                            <p:txEl>
                                              <p:charRg st="167" end="249"/>
                                            </p:txEl>
                                          </p:spTgt>
                                        </p:tgtEl>
                                      </p:cBhvr>
                                    </p:animEffec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16" presetSubtype="21">
                                  <p:stCondLst>
                                    <p:cond delay="0"/>
                                  </p:stCondLst>
                                  <p:childTnLst>
                                    <p:set>
                                      <p:cBhvr>
                                        <p:cTn dur="1" fill="hold" id="31">
                                          <p:stCondLst>
                                            <p:cond delay="0"/>
                                          </p:stCondLst>
                                        </p:cTn>
                                        <p:tgtEl>
                                          <p:spTgt spid="1048723">
                                            <p:txEl>
                                              <p:charRg st="250" end="277"/>
                                            </p:txEl>
                                          </p:spTgt>
                                        </p:tgtEl>
                                        <p:attrNameLst>
                                          <p:attrName>style.visibility</p:attrName>
                                        </p:attrNameLst>
                                      </p:cBhvr>
                                      <p:to>
                                        <p:strVal val="visible"/>
                                      </p:to>
                                    </p:set>
                                    <p:animEffect transition="in" filter="barn(inVertical)">
                                      <p:cBhvr>
                                        <p:cTn dur="500" id="32"/>
                                        <p:tgtEl>
                                          <p:spTgt spid="1048723">
                                            <p:txEl>
                                              <p:charRg st="250" end="277"/>
                                            </p:txEl>
                                          </p:spTgt>
                                        </p:tgtEl>
                                      </p:cBhvr>
                                    </p:animEffec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6" presetSubtype="21">
                                  <p:stCondLst>
                                    <p:cond delay="0"/>
                                  </p:stCondLst>
                                  <p:childTnLst>
                                    <p:set>
                                      <p:cBhvr>
                                        <p:cTn dur="1" fill="hold" id="36">
                                          <p:stCondLst>
                                            <p:cond delay="0"/>
                                          </p:stCondLst>
                                        </p:cTn>
                                        <p:tgtEl>
                                          <p:spTgt spid="1048723">
                                            <p:txEl>
                                              <p:charRg st="277" end="304"/>
                                            </p:txEl>
                                          </p:spTgt>
                                        </p:tgtEl>
                                        <p:attrNameLst>
                                          <p:attrName>style.visibility</p:attrName>
                                        </p:attrNameLst>
                                      </p:cBhvr>
                                      <p:to>
                                        <p:strVal val="visible"/>
                                      </p:to>
                                    </p:set>
                                    <p:animEffect transition="in" filter="barn(inVertical)">
                                      <p:cBhvr>
                                        <p:cTn dur="500" id="37"/>
                                        <p:tgtEl>
                                          <p:spTgt spid="1048723">
                                            <p:txEl>
                                              <p:charRg st="277" end="304"/>
                                            </p:txEl>
                                          </p:spTgt>
                                        </p:tgtEl>
                                      </p:cBhvr>
                                    </p:animEffect>
                                  </p:childTnLst>
                                </p:cTn>
                              </p:par>
                            </p:childTnLst>
                          </p:cTn>
                        </p:par>
                      </p:childTnLst>
                    </p:cTn>
                  </p:par>
                  <p:par>
                    <p:cTn fill="hold" id="38">
                      <p:stCondLst>
                        <p:cond delay="indefinite"/>
                      </p:stCondLst>
                      <p:childTnLst>
                        <p:par>
                          <p:cTn fill="hold" id="39">
                            <p:stCondLst>
                              <p:cond delay="0"/>
                            </p:stCondLst>
                            <p:childTnLst>
                              <p:par>
                                <p:cTn fill="hold" grpId="0" id="40" nodeType="clickEffect" presetClass="entr" presetID="16" presetSubtype="21">
                                  <p:stCondLst>
                                    <p:cond delay="0"/>
                                  </p:stCondLst>
                                  <p:childTnLst>
                                    <p:set>
                                      <p:cBhvr>
                                        <p:cTn dur="1" fill="hold" id="41">
                                          <p:stCondLst>
                                            <p:cond delay="0"/>
                                          </p:stCondLst>
                                        </p:cTn>
                                        <p:tgtEl>
                                          <p:spTgt spid="1048723">
                                            <p:txEl>
                                              <p:charRg st="304" end="340"/>
                                            </p:txEl>
                                          </p:spTgt>
                                        </p:tgtEl>
                                        <p:attrNameLst>
                                          <p:attrName>style.visibility</p:attrName>
                                        </p:attrNameLst>
                                      </p:cBhvr>
                                      <p:to>
                                        <p:strVal val="visible"/>
                                      </p:to>
                                    </p:set>
                                    <p:animEffect transition="in" filter="barn(inVertical)">
                                      <p:cBhvr>
                                        <p:cTn dur="500" id="42"/>
                                        <p:tgtEl>
                                          <p:spTgt spid="1048723">
                                            <p:txEl>
                                              <p:charRg st="304" end="340"/>
                                            </p:txEl>
                                          </p:spTgt>
                                        </p:tgtEl>
                                      </p:cBhvr>
                                    </p:animEffect>
                                  </p:childTnLst>
                                </p:cTn>
                              </p:par>
                            </p:childTnLst>
                          </p:cTn>
                        </p:par>
                      </p:childTnLst>
                    </p:cTn>
                  </p:par>
                  <p:par>
                    <p:cTn fill="hold" id="43">
                      <p:stCondLst>
                        <p:cond delay="indefinite"/>
                      </p:stCondLst>
                      <p:childTnLst>
                        <p:par>
                          <p:cTn fill="hold" id="44">
                            <p:stCondLst>
                              <p:cond delay="0"/>
                            </p:stCondLst>
                            <p:childTnLst>
                              <p:par>
                                <p:cTn fill="hold" grpId="0" id="45" nodeType="clickEffect" presetClass="entr" presetID="16" presetSubtype="21">
                                  <p:stCondLst>
                                    <p:cond delay="0"/>
                                  </p:stCondLst>
                                  <p:childTnLst>
                                    <p:set>
                                      <p:cBhvr>
                                        <p:cTn dur="1" fill="hold" id="46">
                                          <p:stCondLst>
                                            <p:cond delay="0"/>
                                          </p:stCondLst>
                                        </p:cTn>
                                        <p:tgtEl>
                                          <p:spTgt spid="1048723">
                                            <p:txEl>
                                              <p:charRg st="341" end="393"/>
                                            </p:txEl>
                                          </p:spTgt>
                                        </p:tgtEl>
                                        <p:attrNameLst>
                                          <p:attrName>style.visibility</p:attrName>
                                        </p:attrNameLst>
                                      </p:cBhvr>
                                      <p:to>
                                        <p:strVal val="visible"/>
                                      </p:to>
                                    </p:set>
                                    <p:animEffect transition="in" filter="barn(inVertical)">
                                      <p:cBhvr>
                                        <p:cTn dur="500" id="47"/>
                                        <p:tgtEl>
                                          <p:spTgt spid="1048723">
                                            <p:txEl>
                                              <p:charRg st="341" end="393"/>
                                            </p:txEl>
                                          </p:spTgt>
                                        </p:tgtEl>
                                      </p:cBhvr>
                                    </p:animEffect>
                                  </p:childTnLst>
                                </p:cTn>
                              </p:par>
                            </p:childTnLst>
                          </p:cTn>
                        </p:par>
                      </p:childTnLst>
                    </p:cTn>
                  </p:par>
                  <p:par>
                    <p:cTn fill="hold" id="48">
                      <p:stCondLst>
                        <p:cond delay="indefinite"/>
                      </p:stCondLst>
                      <p:childTnLst>
                        <p:par>
                          <p:cTn fill="hold" id="49">
                            <p:stCondLst>
                              <p:cond delay="0"/>
                            </p:stCondLst>
                            <p:childTnLst>
                              <p:par>
                                <p:cTn fill="hold" grpId="0" id="50" nodeType="clickEffect" presetClass="entr" presetID="16" presetSubtype="21">
                                  <p:stCondLst>
                                    <p:cond delay="0"/>
                                  </p:stCondLst>
                                  <p:childTnLst>
                                    <p:set>
                                      <p:cBhvr>
                                        <p:cTn dur="1" fill="hold" id="51">
                                          <p:stCondLst>
                                            <p:cond delay="0"/>
                                          </p:stCondLst>
                                        </p:cTn>
                                        <p:tgtEl>
                                          <p:spTgt spid="1048723">
                                            <p:txEl>
                                              <p:charRg st="393" end="433"/>
                                            </p:txEl>
                                          </p:spTgt>
                                        </p:tgtEl>
                                        <p:attrNameLst>
                                          <p:attrName>style.visibility</p:attrName>
                                        </p:attrNameLst>
                                      </p:cBhvr>
                                      <p:to>
                                        <p:strVal val="visible"/>
                                      </p:to>
                                    </p:set>
                                    <p:animEffect transition="in" filter="barn(inVertical)">
                                      <p:cBhvr>
                                        <p:cTn dur="500" id="52"/>
                                        <p:tgtEl>
                                          <p:spTgt spid="1048723">
                                            <p:txEl>
                                              <p:charRg st="393" end="433"/>
                                            </p:txEl>
                                          </p:spTgt>
                                        </p:tgtEl>
                                      </p:cBhvr>
                                    </p:animEffect>
                                  </p:childTnLst>
                                </p:cTn>
                              </p:par>
                            </p:childTnLst>
                          </p:cTn>
                        </p:par>
                      </p:childTnLst>
                    </p:cTn>
                  </p:par>
                  <p:par>
                    <p:cTn fill="hold" id="53">
                      <p:stCondLst>
                        <p:cond delay="indefinite"/>
                      </p:stCondLst>
                      <p:childTnLst>
                        <p:par>
                          <p:cTn fill="hold" id="54">
                            <p:stCondLst>
                              <p:cond delay="0"/>
                            </p:stCondLst>
                            <p:childTnLst>
                              <p:par>
                                <p:cTn fill="hold" grpId="0" id="55" nodeType="clickEffect" presetClass="entr" presetID="16" presetSubtype="21">
                                  <p:stCondLst>
                                    <p:cond delay="0"/>
                                  </p:stCondLst>
                                  <p:childTnLst>
                                    <p:set>
                                      <p:cBhvr>
                                        <p:cTn dur="1" fill="hold" id="56">
                                          <p:stCondLst>
                                            <p:cond delay="0"/>
                                          </p:stCondLst>
                                        </p:cTn>
                                        <p:tgtEl>
                                          <p:spTgt spid="1048723">
                                            <p:txEl>
                                              <p:charRg st="433" end="457"/>
                                            </p:txEl>
                                          </p:spTgt>
                                        </p:tgtEl>
                                        <p:attrNameLst>
                                          <p:attrName>style.visibility</p:attrName>
                                        </p:attrNameLst>
                                      </p:cBhvr>
                                      <p:to>
                                        <p:strVal val="visible"/>
                                      </p:to>
                                    </p:set>
                                    <p:animEffect transition="in" filter="barn(inVertical)">
                                      <p:cBhvr>
                                        <p:cTn dur="500" id="57"/>
                                        <p:tgtEl>
                                          <p:spTgt spid="1048723">
                                            <p:txEl>
                                              <p:charRg st="433" end="457"/>
                                            </p:txEl>
                                          </p:spTgt>
                                        </p:tgtEl>
                                      </p:cBhvr>
                                    </p:animEffect>
                                  </p:childTnLst>
                                </p:cTn>
                              </p:par>
                            </p:childTnLst>
                          </p:cTn>
                        </p:par>
                      </p:childTnLst>
                    </p:cTn>
                  </p:par>
                  <p:par>
                    <p:cTn fill="hold" id="58">
                      <p:stCondLst>
                        <p:cond delay="indefinite"/>
                      </p:stCondLst>
                      <p:childTnLst>
                        <p:par>
                          <p:cTn fill="hold" id="59">
                            <p:stCondLst>
                              <p:cond delay="0"/>
                            </p:stCondLst>
                            <p:childTnLst>
                              <p:par>
                                <p:cTn fill="hold" grpId="0" id="60" nodeType="clickEffect" presetClass="entr" presetID="16" presetSubtype="21">
                                  <p:stCondLst>
                                    <p:cond delay="0"/>
                                  </p:stCondLst>
                                  <p:childTnLst>
                                    <p:set>
                                      <p:cBhvr>
                                        <p:cTn dur="1" fill="hold" id="61">
                                          <p:stCondLst>
                                            <p:cond delay="0"/>
                                          </p:stCondLst>
                                        </p:cTn>
                                        <p:tgtEl>
                                          <p:spTgt spid="1048723">
                                            <p:txEl>
                                              <p:charRg st="457" end="484"/>
                                            </p:txEl>
                                          </p:spTgt>
                                        </p:tgtEl>
                                        <p:attrNameLst>
                                          <p:attrName>style.visibility</p:attrName>
                                        </p:attrNameLst>
                                      </p:cBhvr>
                                      <p:to>
                                        <p:strVal val="visible"/>
                                      </p:to>
                                    </p:set>
                                    <p:animEffect transition="in" filter="barn(inVertical)">
                                      <p:cBhvr>
                                        <p:cTn dur="500" id="62"/>
                                        <p:tgtEl>
                                          <p:spTgt spid="1048723">
                                            <p:txEl>
                                              <p:charRg st="457" end="4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3" grpId="0" uiExpand="0" build="p" bldLvl="1"/>
    </p:bldLst>
  </p:timing>
</p:sld>
</file>

<file path=ppt/slides/slide7.xml><?xml version="1.0" encoding="utf-8"?>
<p:sld xmlns:a="http://schemas.openxmlformats.org/drawingml/2006/main" xmlns:r="http://schemas.openxmlformats.org/officeDocument/2006/relationships" xmlns:p="http://schemas.openxmlformats.org/presentationml/2006/main" show="1" showMasterSp="1">
  <p:cSld>
    <p:spTree>
      <p:nvGrpSpPr>
        <p:cNvPr id="50" name=""/>
        <p:cNvGrpSpPr/>
        <p:nvPr/>
      </p:nvGrpSpPr>
      <p:grpSpPr>
        <a:xfrm rot="0">
          <a:off x="0" y="0"/>
          <a:ext cx="0" cy="0"/>
          <a:chOff x="0" y="0"/>
          <a:chExt cx="0" cy="0"/>
        </a:xfrm>
      </p:grpSpPr>
      <p:sp>
        <p:nvSpPr>
          <p:cNvPr id="1048725" name="Espace réservé du contenu 2"/>
          <p:cNvSpPr/>
          <p:nvPr>
            <p:ph sz="full" idx="1"/>
          </p:nvPr>
        </p:nvSpPr>
        <p:spPr>
          <a:xfrm rot="0">
            <a:off x="331787" y="868362"/>
            <a:ext cx="6172200" cy="77771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algn="ctr" indent="0" lvl="0" marL="0">
              <a:buFontTx/>
              <a:buNone/>
            </a:pPr>
            <a:r>
              <a:rPr altLang="en-US" sz="1800" lang="en-US">
                <a:latin typeface="Bell MT" pitchFamily="18" charset="0"/>
                <a:ea typeface="Noto Serif CJK SC" pitchFamily="0" charset="1"/>
              </a:rPr>
              <a:t>I.  </a:t>
            </a:r>
            <a:r>
              <a:rPr altLang="en-US" sz="1800" lang="en-US" u="sng">
                <a:latin typeface="Bell MT" pitchFamily="18" charset="0"/>
                <a:ea typeface="Noto Serif CJK SC" pitchFamily="0" charset="1"/>
              </a:rPr>
              <a:t>INSTALLATION DU SERVEUR.</a:t>
            </a:r>
          </a:p>
          <a:p>
            <a:pPr algn="ctr" indent="0" lvl="0" marL="0">
              <a:buFontTx/>
              <a:buNone/>
            </a:pPr>
            <a:r>
              <a:rPr altLang="en-US" sz="1800" lang="en-US">
                <a:latin typeface="Bell MT" pitchFamily="18" charset="0"/>
                <a:ea typeface="Noto Serif CJK SC" pitchFamily="0" charset="1"/>
              </a:rPr>
              <a:t>	Nous avons ici installé notre serveur depuis le terminal Ubuntu, voici les différentes procédures suivies pour y aboutir :</a:t>
            </a:r>
          </a:p>
          <a:p>
            <a:pPr indent="0" lvl="0" marL="0">
              <a:buFont typeface="Wingdings" pitchFamily="2" charset="2"/>
              <a:buChar char="v"/>
            </a:pPr>
            <a:r>
              <a:rPr altLang="en-US" sz="1800" lang="en-US">
                <a:latin typeface="Bell MT" pitchFamily="18" charset="0"/>
                <a:ea typeface="Noto Serif CJK SC" pitchFamily="0" charset="1"/>
              </a:rPr>
              <a:t>Ouverture du terminal Bash</a:t>
            </a:r>
          </a:p>
          <a:p>
            <a:pPr indent="0" lvl="0" marL="0">
              <a:buFont typeface="Wingdings" pitchFamily="2" charset="2"/>
              <a:buChar char="v"/>
            </a:pPr>
            <a:r>
              <a:rPr altLang="en-US" sz="1800" lang="en-US">
                <a:latin typeface="Bell MT" pitchFamily="18" charset="0"/>
                <a:ea typeface="Noto Serif CJK SC" pitchFamily="0" charset="1"/>
              </a:rPr>
              <a:t> Commandes utilisées pour configurer le Pc maître ou serveur principal:</a:t>
            </a:r>
          </a:p>
          <a:p>
            <a:pPr indent="0" lvl="0" marL="0">
              <a:buFontTx/>
              <a:buNone/>
            </a:pP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Rafraîchissement du bash</a:t>
            </a:r>
          </a:p>
          <a:p>
            <a:pPr indent="0" lvl="0" marL="0">
              <a:buFontTx/>
              <a:buNone/>
            </a:pPr>
            <a:r>
              <a:rPr altLang="en-US" sz="1800" lang="en-US">
                <a:latin typeface="Bell MT" pitchFamily="18" charset="0"/>
                <a:ea typeface="Noto Serif CJK SC" pitchFamily="0" charset="1"/>
              </a:rPr>
              <a:t>       </a:t>
            </a:r>
            <a:r>
              <a:rPr altLang="en-US" b="1" sz="1800" lang="en-US">
                <a:latin typeface="Bell MT" pitchFamily="18" charset="0"/>
                <a:ea typeface="Noto Serif CJK SC" pitchFamily="0" charset="1"/>
              </a:rPr>
              <a:t>sudo apt update &amp;&amp; apt upgrade</a:t>
            </a:r>
          </a:p>
          <a:p>
            <a:pPr indent="0" lvl="0" marL="0">
              <a:buFontTx/>
              <a:buNone/>
            </a:pP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Installation du serveur </a:t>
            </a:r>
            <a:r>
              <a:rPr altLang="en-US" sz="1800" lang="en-US">
                <a:latin typeface="Bell MT" pitchFamily="18" charset="0"/>
                <a:ea typeface="Noto Serif CJK SC" pitchFamily="0" charset="1"/>
              </a:rPr>
              <a:t>MariaDB</a:t>
            </a:r>
          </a:p>
          <a:p>
            <a:pPr indent="0" lvl="0" marL="0">
              <a:buFontTx/>
              <a:buNone/>
            </a:pPr>
            <a:r>
              <a:rPr altLang="en-US" sz="1800" lang="en-US">
                <a:latin typeface="Bell MT" pitchFamily="18" charset="0"/>
                <a:ea typeface="Noto Serif CJK SC" pitchFamily="0" charset="1"/>
              </a:rPr>
              <a:t>        </a:t>
            </a:r>
            <a:r>
              <a:rPr altLang="en-US" b="1" sz="1800" lang="en-US">
                <a:latin typeface="Bell MT" pitchFamily="18" charset="0"/>
                <a:ea typeface="Noto Serif CJK SC" pitchFamily="0" charset="1"/>
              </a:rPr>
              <a:t>sudo apt install </a:t>
            </a:r>
            <a:r>
              <a:rPr altLang="en-US" b="1" sz="1800" lang="en-US">
                <a:latin typeface="Bell MT" pitchFamily="18" charset="0"/>
                <a:ea typeface="Noto Serif CJK SC" pitchFamily="0" charset="1"/>
              </a:rPr>
              <a:t>mariadb-server-y</a:t>
            </a:r>
          </a:p>
          <a:p>
            <a:pPr indent="0" lvl="0" marL="0">
              <a:buFontTx/>
              <a:buNone/>
            </a:pPr>
            <a:r>
              <a:rPr altLang="en-US" sz="1800" lang="en-US">
                <a:latin typeface="Bell MT" pitchFamily="18" charset="0"/>
                <a:ea typeface="Noto Serif CJK SC" pitchFamily="0" charset="1"/>
              </a:rPr>
              <a:t>- </a:t>
            </a:r>
            <a:r>
              <a:rPr altLang="en-US" sz="1800" lang="en-US">
                <a:latin typeface="Bell MT" pitchFamily="18" charset="0"/>
                <a:ea typeface="Noto Serif CJK SC" pitchFamily="0" charset="1"/>
              </a:rPr>
              <a:t>Vérification de la version du serveur installé  </a:t>
            </a:r>
          </a:p>
          <a:p>
            <a:pPr indent="0" lvl="0" marL="0">
              <a:buFontTx/>
              <a:buNone/>
            </a:pPr>
            <a:r>
              <a:rPr altLang="en-US" b="1" sz="1800" lang="en-US">
                <a:latin typeface="Bell MT" pitchFamily="18" charset="0"/>
                <a:ea typeface="Noto Serif CJK SC" pitchFamily="0" charset="1"/>
              </a:rPr>
              <a:t>      </a:t>
            </a:r>
            <a:r>
              <a:rPr altLang="en-US" b="1" sz="1800" lang="en-US">
                <a:latin typeface="Bell MT" pitchFamily="18" charset="0"/>
                <a:ea typeface="Noto Serif CJK SC" pitchFamily="0" charset="1"/>
              </a:rPr>
              <a:t>  </a:t>
            </a:r>
            <a:r>
              <a:rPr altLang="en-US" b="1" sz="1800" lang="en-US">
                <a:latin typeface="Bell MT" pitchFamily="18" charset="0"/>
                <a:ea typeface="Noto Serif CJK SC" pitchFamily="0" charset="1"/>
              </a:rPr>
              <a:t>mariadb –</a:t>
            </a:r>
            <a:r>
              <a:rPr altLang="en-US" b="1" sz="1800" lang="en-US">
                <a:latin typeface="Bell MT" pitchFamily="18" charset="0"/>
                <a:ea typeface="Noto Serif CJK SC" pitchFamily="0" charset="1"/>
              </a:rPr>
              <a:t>version</a:t>
            </a:r>
          </a:p>
          <a:p>
            <a:pPr indent="0" lvl="0" marL="0">
              <a:buFontTx/>
              <a:buNone/>
            </a:pPr>
            <a:r>
              <a:rPr altLang="en-US" sz="2000" lang="en-US">
                <a:latin typeface="Bell MT" pitchFamily="18" charset="0"/>
              </a:rPr>
              <a:t>- Modification du fichier nano serveur</a:t>
            </a:r>
          </a:p>
          <a:p>
            <a:pPr indent="0" lvl="0" marL="0">
              <a:buFontTx/>
              <a:buNone/>
            </a:pPr>
            <a:r>
              <a:rPr altLang="en-US" sz="2000" lang="en-US">
                <a:latin typeface="Bell MT" pitchFamily="18" charset="0"/>
              </a:rPr>
              <a:t>	</a:t>
            </a:r>
            <a:r>
              <a:rPr altLang="en-US" b="1" sz="1800" lang="en-US">
                <a:latin typeface="Bell MT" pitchFamily="18" charset="0"/>
              </a:rPr>
              <a:t>sudo nano /etc/mysql/mariadb.conf.d/50-server.cnf</a:t>
            </a:r>
          </a:p>
          <a:p>
            <a:pPr indent="0" lvl="0" marL="0">
              <a:buFontTx/>
              <a:buNone/>
            </a:pPr>
            <a:r>
              <a:rPr altLang="en-US" b="1" sz="1800" lang="en-US">
                <a:latin typeface="Bell MT" pitchFamily="18" charset="0"/>
              </a:rPr>
              <a:t>	sudo systemctl restart mariadb</a:t>
            </a:r>
          </a:p>
          <a:p>
            <a:pPr indent="0" lvl="0" marL="0">
              <a:buFontTx/>
              <a:buNone/>
            </a:pPr>
            <a:r>
              <a:rPr altLang="en-US" sz="1800" lang="en-US">
                <a:latin typeface="Bell MT" pitchFamily="18" charset="0"/>
                <a:ea typeface="Noto Serif CJK SC" pitchFamily="0" charset="1"/>
              </a:rPr>
              <a:t> - Configuration du serveur</a:t>
            </a:r>
          </a:p>
          <a:p>
            <a:pPr indent="0" lvl="0" marL="0">
              <a:buFontTx/>
              <a:buNone/>
            </a:pPr>
            <a:r>
              <a:rPr altLang="en-US" sz="1800" lang="en-US">
                <a:latin typeface="Bell MT" pitchFamily="18" charset="0"/>
                <a:ea typeface="Noto Serif CJK SC" pitchFamily="0" charset="1"/>
              </a:rPr>
              <a:t>	</a:t>
            </a:r>
            <a:r>
              <a:rPr altLang="en-US" b="1" sz="1800" lang="en-US">
                <a:latin typeface="Bell MT" pitchFamily="18" charset="0"/>
                <a:ea typeface="Noto Serif CJK SC" pitchFamily="0" charset="1"/>
              </a:rPr>
              <a:t>&gt; CREATE USER ‘replique’@’%’ IDENTIFIED BY ‘Password’;</a:t>
            </a:r>
          </a:p>
          <a:p>
            <a:pPr indent="0" lvl="0" marL="0">
              <a:buFontTx/>
              <a:buNone/>
            </a:pPr>
            <a:r>
              <a:rPr altLang="en-US" b="1" sz="1800" lang="en-US">
                <a:latin typeface="Bell MT" pitchFamily="18" charset="0"/>
                <a:ea typeface="Noto Serif CJK SC" pitchFamily="0" charset="1"/>
              </a:rPr>
              <a:t>	&gt; GRANT REPLICATION SLAVE ON </a:t>
            </a:r>
            <a:r>
              <a:rPr altLang="en-US" b="1" sz="1800" lang="en-US">
                <a:latin typeface="Bell MT" pitchFamily="18" charset="0"/>
                <a:ea typeface="Noto Serif CJK SC" pitchFamily="0" charset="1"/>
              </a:rPr>
              <a:t>*.</a:t>
            </a:r>
            <a:r>
              <a:rPr altLang="en-US" b="1" sz="1800" lang="en-US">
                <a:latin typeface="Bell MT" pitchFamily="18" charset="0"/>
                <a:ea typeface="Noto Serif CJK SC" pitchFamily="0" charset="1"/>
              </a:rPr>
              <a:t>* TO ‘replique’@’%’;</a:t>
            </a:r>
          </a:p>
          <a:p>
            <a:pPr indent="0" lvl="0" marL="0">
              <a:buFontTx/>
              <a:buNone/>
            </a:pPr>
            <a:r>
              <a:rPr altLang="en-US" b="1" sz="1800" lang="en-US">
                <a:latin typeface="Bell MT" pitchFamily="18" charset="0"/>
                <a:ea typeface="Noto Serif CJK SC" pitchFamily="0" charset="1"/>
              </a:rPr>
              <a:t>	&gt; FLUSH PRIVILEGES ;</a:t>
            </a:r>
          </a:p>
          <a:p>
            <a:pPr indent="0" lvl="0" marL="0">
              <a:buFontTx/>
              <a:buNone/>
            </a:pPr>
            <a:r>
              <a:rPr altLang="en-US" sz="1800" lang="en-US">
                <a:latin typeface="Bell MT" pitchFamily="18" charset="0"/>
                <a:ea typeface="Noto Serif CJK SC" pitchFamily="0" charset="1"/>
              </a:rPr>
              <a:t>	</a:t>
            </a:r>
            <a:r>
              <a:rPr altLang="en-US" b="1" sz="1800" lang="en-US">
                <a:latin typeface="Bell MT" pitchFamily="18" charset="0"/>
                <a:ea typeface="Noto Serif CJK SC" pitchFamily="0" charset="1"/>
              </a:rPr>
              <a:t>&gt; SHOW MASTER STATUS ;</a:t>
            </a:r>
          </a:p>
          <a:p>
            <a:pPr indent="0" lvl="0" marL="0"/>
            <a:endParaRPr altLang="en-US" sz="1800" lang="en-US">
              <a:latin typeface="Bell MT" pitchFamily="18" charset="0"/>
              <a:ea typeface="Noto Serif CJK SC" pitchFamily="0" charset="1"/>
            </a:endParaRPr>
          </a:p>
        </p:txBody>
      </p:sp>
      <p:sp>
        <p:nvSpPr>
          <p:cNvPr id="1048726"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Conception du système</a:t>
            </a:r>
          </a:p>
        </p:txBody>
      </p:sp>
    </p:spTree>
  </p:cSld>
  <p:clrMapOvr>
    <a:masterClrMapping/>
  </p:clrMapOvr>
  <p:transition spd="slow" advClick="1">
    <p:blinds dir="vert"/>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accel="0" autoRev="0" decel="0" fill="hold" grpId="0" id="5" nodeType="clickEffect" presetClass="entr" presetID="14" presetSubtype="10">
                                  <p:stCondLst>
                                    <p:cond delay="0"/>
                                  </p:stCondLst>
                                  <p:childTnLst>
                                    <p:set>
                                      <p:cBhvr>
                                        <p:cTn dur="1" fill="hold" id="6">
                                          <p:stCondLst>
                                            <p:cond delay="0"/>
                                          </p:stCondLst>
                                        </p:cTn>
                                        <p:tgtEl>
                                          <p:spTgt spid="1048725">
                                            <p:txEl>
                                              <p:charRg st="0" end="29"/>
                                            </p:txEl>
                                          </p:spTgt>
                                        </p:tgtEl>
                                        <p:attrNameLst>
                                          <p:attrName>style.visibility</p:attrName>
                                        </p:attrNameLst>
                                      </p:cBhvr>
                                      <p:to>
                                        <p:strVal val="visible"/>
                                      </p:to>
                                    </p:set>
                                    <p:animEffect transition="in" filter="randombar(horizontal)">
                                      <p:cBhvr>
                                        <p:cTn dur="500" id="7"/>
                                        <p:tgtEl>
                                          <p:spTgt spid="1048725">
                                            <p:txEl>
                                              <p:charRg st="0" end="29"/>
                                            </p:txEl>
                                          </p:spTgt>
                                        </p:tgtEl>
                                      </p:cBhvr>
                                    </p:animEffect>
                                  </p:childTnLst>
                                </p:cTn>
                              </p:par>
                            </p:childTnLst>
                          </p:cTn>
                        </p:par>
                      </p:childTnLst>
                    </p:cTn>
                  </p:par>
                  <p:par>
                    <p:cTn fill="hold" id="8">
                      <p:stCondLst>
                        <p:cond delay="indefinite"/>
                      </p:stCondLst>
                      <p:childTnLst>
                        <p:par>
                          <p:cTn fill="hold" id="9">
                            <p:stCondLst>
                              <p:cond delay="0"/>
                            </p:stCondLst>
                            <p:childTnLst>
                              <p:par>
                                <p:cTn accel="0" autoRev="0" decel="0" fill="hold" grpId="0" id="10" nodeType="clickEffect" presetClass="entr" presetID="14" presetSubtype="10">
                                  <p:stCondLst>
                                    <p:cond delay="0"/>
                                  </p:stCondLst>
                                  <p:childTnLst>
                                    <p:set>
                                      <p:cBhvr>
                                        <p:cTn dur="1" fill="hold" id="11">
                                          <p:stCondLst>
                                            <p:cond delay="0"/>
                                          </p:stCondLst>
                                        </p:cTn>
                                        <p:tgtEl>
                                          <p:spTgt spid="1048725">
                                            <p:txEl>
                                              <p:charRg st="29" end="153"/>
                                            </p:txEl>
                                          </p:spTgt>
                                        </p:tgtEl>
                                        <p:attrNameLst>
                                          <p:attrName>style.visibility</p:attrName>
                                        </p:attrNameLst>
                                      </p:cBhvr>
                                      <p:to>
                                        <p:strVal val="visible"/>
                                      </p:to>
                                    </p:set>
                                    <p:animEffect transition="in" filter="randombar(horizontal)">
                                      <p:cBhvr>
                                        <p:cTn dur="500" id="12"/>
                                        <p:tgtEl>
                                          <p:spTgt spid="1048725">
                                            <p:txEl>
                                              <p:charRg st="29" end="153"/>
                                            </p:txEl>
                                          </p:spTgt>
                                        </p:tgtEl>
                                      </p:cBhvr>
                                    </p:animEffect>
                                  </p:childTnLst>
                                </p:cTn>
                              </p:par>
                            </p:childTnLst>
                          </p:cTn>
                        </p:par>
                      </p:childTnLst>
                    </p:cTn>
                  </p:par>
                  <p:par>
                    <p:cTn fill="hold" id="13">
                      <p:stCondLst>
                        <p:cond delay="indefinite"/>
                      </p:stCondLst>
                      <p:childTnLst>
                        <p:par>
                          <p:cTn fill="hold" id="14">
                            <p:stCondLst>
                              <p:cond delay="0"/>
                            </p:stCondLst>
                            <p:childTnLst>
                              <p:par>
                                <p:cTn accel="0" autoRev="0" decel="0" fill="hold" grpId="0" id="15" nodeType="clickEffect" presetClass="entr" presetID="14" presetSubtype="10">
                                  <p:stCondLst>
                                    <p:cond delay="0"/>
                                  </p:stCondLst>
                                  <p:childTnLst>
                                    <p:set>
                                      <p:cBhvr>
                                        <p:cTn dur="1" fill="hold" id="16">
                                          <p:stCondLst>
                                            <p:cond delay="0"/>
                                          </p:stCondLst>
                                        </p:cTn>
                                        <p:tgtEl>
                                          <p:spTgt spid="1048725">
                                            <p:txEl>
                                              <p:charRg st="153" end="180"/>
                                            </p:txEl>
                                          </p:spTgt>
                                        </p:tgtEl>
                                        <p:attrNameLst>
                                          <p:attrName>style.visibility</p:attrName>
                                        </p:attrNameLst>
                                      </p:cBhvr>
                                      <p:to>
                                        <p:strVal val="visible"/>
                                      </p:to>
                                    </p:set>
                                    <p:animEffect transition="in" filter="randombar(horizontal)">
                                      <p:cBhvr>
                                        <p:cTn dur="500" id="17"/>
                                        <p:tgtEl>
                                          <p:spTgt spid="1048725">
                                            <p:txEl>
                                              <p:charRg st="153" end="180"/>
                                            </p:txEl>
                                          </p:spTgt>
                                        </p:tgtEl>
                                      </p:cBhvr>
                                    </p:animEffect>
                                  </p:childTnLst>
                                </p:cTn>
                              </p:par>
                            </p:childTnLst>
                          </p:cTn>
                        </p:par>
                      </p:childTnLst>
                    </p:cTn>
                  </p:par>
                  <p:par>
                    <p:cTn fill="hold" id="18">
                      <p:stCondLst>
                        <p:cond delay="indefinite"/>
                      </p:stCondLst>
                      <p:childTnLst>
                        <p:par>
                          <p:cTn fill="hold" id="19">
                            <p:stCondLst>
                              <p:cond delay="0"/>
                            </p:stCondLst>
                            <p:childTnLst>
                              <p:par>
                                <p:cTn accel="0" autoRev="0" decel="0" fill="hold" grpId="0" id="20" nodeType="clickEffect" presetClass="entr" presetID="14" presetSubtype="10">
                                  <p:stCondLst>
                                    <p:cond delay="0"/>
                                  </p:stCondLst>
                                  <p:childTnLst>
                                    <p:set>
                                      <p:cBhvr>
                                        <p:cTn dur="1" fill="hold" id="21">
                                          <p:stCondLst>
                                            <p:cond delay="0"/>
                                          </p:stCondLst>
                                        </p:cTn>
                                        <p:tgtEl>
                                          <p:spTgt spid="1048725">
                                            <p:txEl>
                                              <p:charRg st="180" end="252"/>
                                            </p:txEl>
                                          </p:spTgt>
                                        </p:tgtEl>
                                        <p:attrNameLst>
                                          <p:attrName>style.visibility</p:attrName>
                                        </p:attrNameLst>
                                      </p:cBhvr>
                                      <p:to>
                                        <p:strVal val="visible"/>
                                      </p:to>
                                    </p:set>
                                    <p:animEffect transition="in" filter="randombar(horizontal)">
                                      <p:cBhvr>
                                        <p:cTn dur="500" id="22"/>
                                        <p:tgtEl>
                                          <p:spTgt spid="1048725">
                                            <p:txEl>
                                              <p:charRg st="180" end="252"/>
                                            </p:txEl>
                                          </p:spTgt>
                                        </p:tgtEl>
                                      </p:cBhvr>
                                    </p:animEffect>
                                  </p:childTnLst>
                                </p:cTn>
                              </p:par>
                            </p:childTnLst>
                          </p:cTn>
                        </p:par>
                      </p:childTnLst>
                    </p:cTn>
                  </p:par>
                  <p:par>
                    <p:cTn fill="hold" id="23">
                      <p:stCondLst>
                        <p:cond delay="indefinite"/>
                      </p:stCondLst>
                      <p:childTnLst>
                        <p:par>
                          <p:cTn fill="hold" id="24">
                            <p:stCondLst>
                              <p:cond delay="0"/>
                            </p:stCondLst>
                            <p:childTnLst>
                              <p:par>
                                <p:cTn accel="0" autoRev="0" decel="0" fill="hold" grpId="0" id="25" nodeType="clickEffect" presetClass="entr" presetID="14" presetSubtype="10">
                                  <p:stCondLst>
                                    <p:cond delay="0"/>
                                  </p:stCondLst>
                                  <p:childTnLst>
                                    <p:set>
                                      <p:cBhvr>
                                        <p:cTn dur="1" fill="hold" id="26">
                                          <p:stCondLst>
                                            <p:cond delay="0"/>
                                          </p:stCondLst>
                                        </p:cTn>
                                        <p:tgtEl>
                                          <p:spTgt spid="1048725">
                                            <p:txEl>
                                              <p:charRg st="252" end="279"/>
                                            </p:txEl>
                                          </p:spTgt>
                                        </p:tgtEl>
                                        <p:attrNameLst>
                                          <p:attrName>style.visibility</p:attrName>
                                        </p:attrNameLst>
                                      </p:cBhvr>
                                      <p:to>
                                        <p:strVal val="visible"/>
                                      </p:to>
                                    </p:set>
                                    <p:animEffect transition="in" filter="randombar(horizontal)">
                                      <p:cBhvr>
                                        <p:cTn dur="500" id="27"/>
                                        <p:tgtEl>
                                          <p:spTgt spid="1048725">
                                            <p:txEl>
                                              <p:charRg st="252" end="279"/>
                                            </p:txEl>
                                          </p:spTgt>
                                        </p:tgtEl>
                                      </p:cBhvr>
                                    </p:animEffect>
                                  </p:childTnLst>
                                </p:cTn>
                              </p:par>
                            </p:childTnLst>
                          </p:cTn>
                        </p:par>
                      </p:childTnLst>
                    </p:cTn>
                  </p:par>
                  <p:par>
                    <p:cTn fill="hold" id="28">
                      <p:stCondLst>
                        <p:cond delay="indefinite"/>
                      </p:stCondLst>
                      <p:childTnLst>
                        <p:par>
                          <p:cTn fill="hold" id="29">
                            <p:stCondLst>
                              <p:cond delay="0"/>
                            </p:stCondLst>
                            <p:childTnLst>
                              <p:par>
                                <p:cTn accel="0" autoRev="0" decel="0" fill="hold" grpId="0" id="30" nodeType="clickEffect" presetClass="entr" presetID="14" presetSubtype="10">
                                  <p:stCondLst>
                                    <p:cond delay="0"/>
                                  </p:stCondLst>
                                  <p:childTnLst>
                                    <p:set>
                                      <p:cBhvr>
                                        <p:cTn dur="1" fill="hold" id="31">
                                          <p:stCondLst>
                                            <p:cond delay="0"/>
                                          </p:stCondLst>
                                        </p:cTn>
                                        <p:tgtEl>
                                          <p:spTgt spid="1048725">
                                            <p:txEl>
                                              <p:charRg st="279" end="317"/>
                                            </p:txEl>
                                          </p:spTgt>
                                        </p:tgtEl>
                                        <p:attrNameLst>
                                          <p:attrName>style.visibility</p:attrName>
                                        </p:attrNameLst>
                                      </p:cBhvr>
                                      <p:to>
                                        <p:strVal val="visible"/>
                                      </p:to>
                                    </p:set>
                                    <p:animEffect transition="in" filter="randombar(horizontal)">
                                      <p:cBhvr>
                                        <p:cTn dur="500" id="32"/>
                                        <p:tgtEl>
                                          <p:spTgt spid="1048725">
                                            <p:txEl>
                                              <p:charRg st="279" end="317"/>
                                            </p:txEl>
                                          </p:spTgt>
                                        </p:tgtEl>
                                      </p:cBhvr>
                                    </p:animEffect>
                                  </p:childTnLst>
                                </p:cTn>
                              </p:par>
                            </p:childTnLst>
                          </p:cTn>
                        </p:par>
                      </p:childTnLst>
                    </p:cTn>
                  </p:par>
                  <p:par>
                    <p:cTn fill="hold" id="33">
                      <p:stCondLst>
                        <p:cond delay="indefinite"/>
                      </p:stCondLst>
                      <p:childTnLst>
                        <p:par>
                          <p:cTn fill="hold" id="34">
                            <p:stCondLst>
                              <p:cond delay="0"/>
                            </p:stCondLst>
                            <p:childTnLst>
                              <p:par>
                                <p:cTn accel="0" autoRev="0" decel="0" fill="hold" grpId="0" id="35" nodeType="clickEffect" presetClass="entr" presetID="14" presetSubtype="10">
                                  <p:stCondLst>
                                    <p:cond delay="0"/>
                                  </p:stCondLst>
                                  <p:childTnLst>
                                    <p:set>
                                      <p:cBhvr>
                                        <p:cTn dur="1" fill="hold" id="36">
                                          <p:stCondLst>
                                            <p:cond delay="0"/>
                                          </p:stCondLst>
                                        </p:cTn>
                                        <p:tgtEl>
                                          <p:spTgt spid="1048725">
                                            <p:txEl>
                                              <p:charRg st="317" end="351"/>
                                            </p:txEl>
                                          </p:spTgt>
                                        </p:tgtEl>
                                        <p:attrNameLst>
                                          <p:attrName>style.visibility</p:attrName>
                                        </p:attrNameLst>
                                      </p:cBhvr>
                                      <p:to>
                                        <p:strVal val="visible"/>
                                      </p:to>
                                    </p:set>
                                    <p:animEffect transition="in" filter="randombar(horizontal)">
                                      <p:cBhvr>
                                        <p:cTn dur="500" id="37"/>
                                        <p:tgtEl>
                                          <p:spTgt spid="1048725">
                                            <p:txEl>
                                              <p:charRg st="317" end="351"/>
                                            </p:txEl>
                                          </p:spTgt>
                                        </p:tgtEl>
                                      </p:cBhvr>
                                    </p:animEffect>
                                  </p:childTnLst>
                                </p:cTn>
                              </p:par>
                            </p:childTnLst>
                          </p:cTn>
                        </p:par>
                      </p:childTnLst>
                    </p:cTn>
                  </p:par>
                  <p:par>
                    <p:cTn fill="hold" id="38">
                      <p:stCondLst>
                        <p:cond delay="indefinite"/>
                      </p:stCondLst>
                      <p:childTnLst>
                        <p:par>
                          <p:cTn fill="hold" id="39">
                            <p:stCondLst>
                              <p:cond delay="0"/>
                            </p:stCondLst>
                            <p:childTnLst>
                              <p:par>
                                <p:cTn accel="0" autoRev="0" decel="0" fill="hold" grpId="0" id="40" nodeType="clickEffect" presetClass="entr" presetID="14" presetSubtype="10">
                                  <p:stCondLst>
                                    <p:cond delay="0"/>
                                  </p:stCondLst>
                                  <p:childTnLst>
                                    <p:set>
                                      <p:cBhvr>
                                        <p:cTn dur="1" fill="hold" id="41">
                                          <p:stCondLst>
                                            <p:cond delay="0"/>
                                          </p:stCondLst>
                                        </p:cTn>
                                        <p:tgtEl>
                                          <p:spTgt spid="1048725">
                                            <p:txEl>
                                              <p:charRg st="351" end="393"/>
                                            </p:txEl>
                                          </p:spTgt>
                                        </p:tgtEl>
                                        <p:attrNameLst>
                                          <p:attrName>style.visibility</p:attrName>
                                        </p:attrNameLst>
                                      </p:cBhvr>
                                      <p:to>
                                        <p:strVal val="visible"/>
                                      </p:to>
                                    </p:set>
                                    <p:animEffect transition="in" filter="randombar(horizontal)">
                                      <p:cBhvr>
                                        <p:cTn dur="500" id="42"/>
                                        <p:tgtEl>
                                          <p:spTgt spid="1048725">
                                            <p:txEl>
                                              <p:charRg st="351" end="393"/>
                                            </p:txEl>
                                          </p:spTgt>
                                        </p:tgtEl>
                                      </p:cBhvr>
                                    </p:animEffect>
                                  </p:childTnLst>
                                </p:cTn>
                              </p:par>
                            </p:childTnLst>
                          </p:cTn>
                        </p:par>
                      </p:childTnLst>
                    </p:cTn>
                  </p:par>
                  <p:par>
                    <p:cTn fill="hold" id="43">
                      <p:stCondLst>
                        <p:cond delay="indefinite"/>
                      </p:stCondLst>
                      <p:childTnLst>
                        <p:par>
                          <p:cTn fill="hold" id="44">
                            <p:stCondLst>
                              <p:cond delay="0"/>
                            </p:stCondLst>
                            <p:childTnLst>
                              <p:par>
                                <p:cTn accel="0" autoRev="0" decel="0" fill="hold" grpId="0" id="45" nodeType="clickEffect" presetClass="entr" presetID="14" presetSubtype="10">
                                  <p:stCondLst>
                                    <p:cond delay="0"/>
                                  </p:stCondLst>
                                  <p:childTnLst>
                                    <p:set>
                                      <p:cBhvr>
                                        <p:cTn dur="1" fill="hold" id="46">
                                          <p:stCondLst>
                                            <p:cond delay="0"/>
                                          </p:stCondLst>
                                        </p:cTn>
                                        <p:tgtEl>
                                          <p:spTgt spid="1048725">
                                            <p:txEl>
                                              <p:charRg st="393" end="444"/>
                                            </p:txEl>
                                          </p:spTgt>
                                        </p:tgtEl>
                                        <p:attrNameLst>
                                          <p:attrName>style.visibility</p:attrName>
                                        </p:attrNameLst>
                                      </p:cBhvr>
                                      <p:to>
                                        <p:strVal val="visible"/>
                                      </p:to>
                                    </p:set>
                                    <p:animEffect transition="in" filter="randombar(horizontal)">
                                      <p:cBhvr>
                                        <p:cTn dur="500" id="47"/>
                                        <p:tgtEl>
                                          <p:spTgt spid="1048725">
                                            <p:txEl>
                                              <p:charRg st="393" end="444"/>
                                            </p:txEl>
                                          </p:spTgt>
                                        </p:tgtEl>
                                      </p:cBhvr>
                                    </p:animEffect>
                                  </p:childTnLst>
                                </p:cTn>
                              </p:par>
                            </p:childTnLst>
                          </p:cTn>
                        </p:par>
                      </p:childTnLst>
                    </p:cTn>
                  </p:par>
                  <p:par>
                    <p:cTn fill="hold" id="48">
                      <p:stCondLst>
                        <p:cond delay="indefinite"/>
                      </p:stCondLst>
                      <p:childTnLst>
                        <p:par>
                          <p:cTn fill="hold" id="49">
                            <p:stCondLst>
                              <p:cond delay="0"/>
                            </p:stCondLst>
                            <p:childTnLst>
                              <p:par>
                                <p:cTn accel="0" autoRev="0" decel="0" fill="hold" grpId="0" id="50" nodeType="clickEffect" presetClass="entr" presetID="14" presetSubtype="10">
                                  <p:stCondLst>
                                    <p:cond delay="0"/>
                                  </p:stCondLst>
                                  <p:childTnLst>
                                    <p:set>
                                      <p:cBhvr>
                                        <p:cTn dur="1" fill="hold" id="51">
                                          <p:stCondLst>
                                            <p:cond delay="0"/>
                                          </p:stCondLst>
                                        </p:cTn>
                                        <p:tgtEl>
                                          <p:spTgt spid="1048725">
                                            <p:txEl>
                                              <p:charRg st="444" end="469"/>
                                            </p:txEl>
                                          </p:spTgt>
                                        </p:tgtEl>
                                        <p:attrNameLst>
                                          <p:attrName>style.visibility</p:attrName>
                                        </p:attrNameLst>
                                      </p:cBhvr>
                                      <p:to>
                                        <p:strVal val="visible"/>
                                      </p:to>
                                    </p:set>
                                    <p:animEffect transition="in" filter="randombar(horizontal)">
                                      <p:cBhvr>
                                        <p:cTn dur="500" id="52"/>
                                        <p:tgtEl>
                                          <p:spTgt spid="1048725">
                                            <p:txEl>
                                              <p:charRg st="444" end="469"/>
                                            </p:txEl>
                                          </p:spTgt>
                                        </p:tgtEl>
                                      </p:cBhvr>
                                    </p:animEffect>
                                  </p:childTnLst>
                                </p:cTn>
                              </p:par>
                            </p:childTnLst>
                          </p:cTn>
                        </p:par>
                      </p:childTnLst>
                    </p:cTn>
                  </p:par>
                  <p:par>
                    <p:cTn fill="hold" id="53">
                      <p:stCondLst>
                        <p:cond delay="indefinite"/>
                      </p:stCondLst>
                      <p:childTnLst>
                        <p:par>
                          <p:cTn fill="hold" id="54">
                            <p:stCondLst>
                              <p:cond delay="0"/>
                            </p:stCondLst>
                            <p:childTnLst>
                              <p:par>
                                <p:cTn accel="0" autoRev="0" decel="0" fill="hold" grpId="0" id="55" nodeType="clickEffect" presetClass="entr" presetID="14" presetSubtype="10">
                                  <p:stCondLst>
                                    <p:cond delay="0"/>
                                  </p:stCondLst>
                                  <p:childTnLst>
                                    <p:set>
                                      <p:cBhvr>
                                        <p:cTn dur="1" fill="hold" id="56">
                                          <p:stCondLst>
                                            <p:cond delay="0"/>
                                          </p:stCondLst>
                                        </p:cTn>
                                        <p:tgtEl>
                                          <p:spTgt spid="1048725">
                                            <p:txEl>
                                              <p:charRg st="469" end="508"/>
                                            </p:txEl>
                                          </p:spTgt>
                                        </p:tgtEl>
                                        <p:attrNameLst>
                                          <p:attrName>style.visibility</p:attrName>
                                        </p:attrNameLst>
                                      </p:cBhvr>
                                      <p:to>
                                        <p:strVal val="visible"/>
                                      </p:to>
                                    </p:set>
                                    <p:animEffect transition="in" filter="randombar(horizontal)">
                                      <p:cBhvr>
                                        <p:cTn dur="500" id="57"/>
                                        <p:tgtEl>
                                          <p:spTgt spid="1048725">
                                            <p:txEl>
                                              <p:charRg st="469" end="508"/>
                                            </p:txEl>
                                          </p:spTgt>
                                        </p:tgtEl>
                                      </p:cBhvr>
                                    </p:animEffect>
                                  </p:childTnLst>
                                </p:cTn>
                              </p:par>
                            </p:childTnLst>
                          </p:cTn>
                        </p:par>
                      </p:childTnLst>
                    </p:cTn>
                  </p:par>
                  <p:par>
                    <p:cTn fill="hold" id="58">
                      <p:stCondLst>
                        <p:cond delay="indefinite"/>
                      </p:stCondLst>
                      <p:childTnLst>
                        <p:par>
                          <p:cTn fill="hold" id="59">
                            <p:stCondLst>
                              <p:cond delay="0"/>
                            </p:stCondLst>
                            <p:childTnLst>
                              <p:par>
                                <p:cTn accel="0" autoRev="0" decel="0" fill="hold" grpId="0" id="60" nodeType="clickEffect" presetClass="entr" presetID="14" presetSubtype="10">
                                  <p:stCondLst>
                                    <p:cond delay="0"/>
                                  </p:stCondLst>
                                  <p:childTnLst>
                                    <p:set>
                                      <p:cBhvr>
                                        <p:cTn dur="1" fill="hold" id="61">
                                          <p:stCondLst>
                                            <p:cond delay="0"/>
                                          </p:stCondLst>
                                        </p:cTn>
                                        <p:tgtEl>
                                          <p:spTgt spid="1048725">
                                            <p:txEl>
                                              <p:charRg st="508" end="559"/>
                                            </p:txEl>
                                          </p:spTgt>
                                        </p:tgtEl>
                                        <p:attrNameLst>
                                          <p:attrName>style.visibility</p:attrName>
                                        </p:attrNameLst>
                                      </p:cBhvr>
                                      <p:to>
                                        <p:strVal val="visible"/>
                                      </p:to>
                                    </p:set>
                                    <p:animEffect transition="in" filter="randombar(horizontal)">
                                      <p:cBhvr>
                                        <p:cTn dur="500" id="62"/>
                                        <p:tgtEl>
                                          <p:spTgt spid="1048725">
                                            <p:txEl>
                                              <p:charRg st="508" end="559"/>
                                            </p:txEl>
                                          </p:spTgt>
                                        </p:tgtEl>
                                      </p:cBhvr>
                                    </p:animEffect>
                                  </p:childTnLst>
                                </p:cTn>
                              </p:par>
                            </p:childTnLst>
                          </p:cTn>
                        </p:par>
                      </p:childTnLst>
                    </p:cTn>
                  </p:par>
                  <p:par>
                    <p:cTn fill="hold" id="63">
                      <p:stCondLst>
                        <p:cond delay="indefinite"/>
                      </p:stCondLst>
                      <p:childTnLst>
                        <p:par>
                          <p:cTn fill="hold" id="64">
                            <p:stCondLst>
                              <p:cond delay="0"/>
                            </p:stCondLst>
                            <p:childTnLst>
                              <p:par>
                                <p:cTn accel="0" autoRev="0" decel="0" fill="hold" grpId="0" id="65" nodeType="clickEffect" presetClass="entr" presetID="14" presetSubtype="10">
                                  <p:stCondLst>
                                    <p:cond delay="0"/>
                                  </p:stCondLst>
                                  <p:childTnLst>
                                    <p:set>
                                      <p:cBhvr>
                                        <p:cTn dur="1" fill="hold" id="66">
                                          <p:stCondLst>
                                            <p:cond delay="0"/>
                                          </p:stCondLst>
                                        </p:cTn>
                                        <p:tgtEl>
                                          <p:spTgt spid="1048725">
                                            <p:txEl>
                                              <p:charRg st="559" end="591"/>
                                            </p:txEl>
                                          </p:spTgt>
                                        </p:tgtEl>
                                        <p:attrNameLst>
                                          <p:attrName>style.visibility</p:attrName>
                                        </p:attrNameLst>
                                      </p:cBhvr>
                                      <p:to>
                                        <p:strVal val="visible"/>
                                      </p:to>
                                    </p:set>
                                    <p:animEffect transition="in" filter="randombar(horizontal)">
                                      <p:cBhvr>
                                        <p:cTn dur="500" id="67"/>
                                        <p:tgtEl>
                                          <p:spTgt spid="1048725">
                                            <p:txEl>
                                              <p:charRg st="559" end="591"/>
                                            </p:txEl>
                                          </p:spTgt>
                                        </p:tgtEl>
                                      </p:cBhvr>
                                    </p:animEffect>
                                  </p:childTnLst>
                                </p:cTn>
                              </p:par>
                            </p:childTnLst>
                          </p:cTn>
                        </p:par>
                      </p:childTnLst>
                    </p:cTn>
                  </p:par>
                  <p:par>
                    <p:cTn fill="hold" id="68">
                      <p:stCondLst>
                        <p:cond delay="indefinite"/>
                      </p:stCondLst>
                      <p:childTnLst>
                        <p:par>
                          <p:cTn fill="hold" id="69">
                            <p:stCondLst>
                              <p:cond delay="0"/>
                            </p:stCondLst>
                            <p:childTnLst>
                              <p:par>
                                <p:cTn accel="0" autoRev="0" decel="0" fill="hold" grpId="0" id="70" nodeType="clickEffect" presetClass="entr" presetID="14" presetSubtype="10">
                                  <p:stCondLst>
                                    <p:cond delay="0"/>
                                  </p:stCondLst>
                                  <p:childTnLst>
                                    <p:set>
                                      <p:cBhvr>
                                        <p:cTn dur="1" fill="hold" id="71">
                                          <p:stCondLst>
                                            <p:cond delay="0"/>
                                          </p:stCondLst>
                                        </p:cTn>
                                        <p:tgtEl>
                                          <p:spTgt spid="1048725">
                                            <p:txEl>
                                              <p:charRg st="591" end="619"/>
                                            </p:txEl>
                                          </p:spTgt>
                                        </p:tgtEl>
                                        <p:attrNameLst>
                                          <p:attrName>style.visibility</p:attrName>
                                        </p:attrNameLst>
                                      </p:cBhvr>
                                      <p:to>
                                        <p:strVal val="visible"/>
                                      </p:to>
                                    </p:set>
                                    <p:animEffect transition="in" filter="randombar(horizontal)">
                                      <p:cBhvr>
                                        <p:cTn dur="500" id="72"/>
                                        <p:tgtEl>
                                          <p:spTgt spid="1048725">
                                            <p:txEl>
                                              <p:charRg st="591" end="619"/>
                                            </p:txEl>
                                          </p:spTgt>
                                        </p:tgtEl>
                                      </p:cBhvr>
                                    </p:animEffect>
                                  </p:childTnLst>
                                </p:cTn>
                              </p:par>
                            </p:childTnLst>
                          </p:cTn>
                        </p:par>
                      </p:childTnLst>
                    </p:cTn>
                  </p:par>
                  <p:par>
                    <p:cTn fill="hold" id="73">
                      <p:stCondLst>
                        <p:cond delay="indefinite"/>
                      </p:stCondLst>
                      <p:childTnLst>
                        <p:par>
                          <p:cTn fill="hold" id="74">
                            <p:stCondLst>
                              <p:cond delay="0"/>
                            </p:stCondLst>
                            <p:childTnLst>
                              <p:par>
                                <p:cTn accel="0" autoRev="0" decel="0" fill="hold" grpId="0" id="75" nodeType="clickEffect" presetClass="entr" presetID="14" presetSubtype="10">
                                  <p:stCondLst>
                                    <p:cond delay="0"/>
                                  </p:stCondLst>
                                  <p:childTnLst>
                                    <p:set>
                                      <p:cBhvr>
                                        <p:cTn dur="1" fill="hold" id="76">
                                          <p:stCondLst>
                                            <p:cond delay="0"/>
                                          </p:stCondLst>
                                        </p:cTn>
                                        <p:tgtEl>
                                          <p:spTgt spid="1048725">
                                            <p:txEl>
                                              <p:charRg st="619" end="675"/>
                                            </p:txEl>
                                          </p:spTgt>
                                        </p:tgtEl>
                                        <p:attrNameLst>
                                          <p:attrName>style.visibility</p:attrName>
                                        </p:attrNameLst>
                                      </p:cBhvr>
                                      <p:to>
                                        <p:strVal val="visible"/>
                                      </p:to>
                                    </p:set>
                                    <p:animEffect transition="in" filter="randombar(horizontal)">
                                      <p:cBhvr>
                                        <p:cTn dur="500" id="77"/>
                                        <p:tgtEl>
                                          <p:spTgt spid="1048725">
                                            <p:txEl>
                                              <p:charRg st="619" end="675"/>
                                            </p:txEl>
                                          </p:spTgt>
                                        </p:tgtEl>
                                      </p:cBhvr>
                                    </p:animEffect>
                                  </p:childTnLst>
                                </p:cTn>
                              </p:par>
                            </p:childTnLst>
                          </p:cTn>
                        </p:par>
                      </p:childTnLst>
                    </p:cTn>
                  </p:par>
                  <p:par>
                    <p:cTn fill="hold" id="78">
                      <p:stCondLst>
                        <p:cond delay="indefinite"/>
                      </p:stCondLst>
                      <p:childTnLst>
                        <p:par>
                          <p:cTn fill="hold" id="79">
                            <p:stCondLst>
                              <p:cond delay="0"/>
                            </p:stCondLst>
                            <p:childTnLst>
                              <p:par>
                                <p:cTn accel="0" autoRev="0" decel="0" fill="hold" grpId="0" id="80" nodeType="clickEffect" presetClass="entr" presetID="14" presetSubtype="10">
                                  <p:stCondLst>
                                    <p:cond delay="0"/>
                                  </p:stCondLst>
                                  <p:childTnLst>
                                    <p:set>
                                      <p:cBhvr>
                                        <p:cTn dur="1" fill="hold" id="81">
                                          <p:stCondLst>
                                            <p:cond delay="0"/>
                                          </p:stCondLst>
                                        </p:cTn>
                                        <p:tgtEl>
                                          <p:spTgt spid="1048725">
                                            <p:txEl>
                                              <p:charRg st="675" end="728"/>
                                            </p:txEl>
                                          </p:spTgt>
                                        </p:tgtEl>
                                        <p:attrNameLst>
                                          <p:attrName>style.visibility</p:attrName>
                                        </p:attrNameLst>
                                      </p:cBhvr>
                                      <p:to>
                                        <p:strVal val="visible"/>
                                      </p:to>
                                    </p:set>
                                    <p:animEffect transition="in" filter="randombar(horizontal)">
                                      <p:cBhvr>
                                        <p:cTn dur="500" id="82"/>
                                        <p:tgtEl>
                                          <p:spTgt spid="1048725">
                                            <p:txEl>
                                              <p:charRg st="675" end="728"/>
                                            </p:txEl>
                                          </p:spTgt>
                                        </p:tgtEl>
                                      </p:cBhvr>
                                    </p:animEffect>
                                  </p:childTnLst>
                                </p:cTn>
                              </p:par>
                            </p:childTnLst>
                          </p:cTn>
                        </p:par>
                      </p:childTnLst>
                    </p:cTn>
                  </p:par>
                  <p:par>
                    <p:cTn fill="hold" id="83">
                      <p:stCondLst>
                        <p:cond delay="indefinite"/>
                      </p:stCondLst>
                      <p:childTnLst>
                        <p:par>
                          <p:cTn fill="hold" id="84">
                            <p:stCondLst>
                              <p:cond delay="0"/>
                            </p:stCondLst>
                            <p:childTnLst>
                              <p:par>
                                <p:cTn accel="0" autoRev="0" decel="0" fill="hold" grpId="0" id="85" nodeType="clickEffect" presetClass="entr" presetID="14" presetSubtype="10">
                                  <p:stCondLst>
                                    <p:cond delay="0"/>
                                  </p:stCondLst>
                                  <p:childTnLst>
                                    <p:set>
                                      <p:cBhvr>
                                        <p:cTn dur="1" fill="hold" id="86">
                                          <p:stCondLst>
                                            <p:cond delay="0"/>
                                          </p:stCondLst>
                                        </p:cTn>
                                        <p:tgtEl>
                                          <p:spTgt spid="1048725">
                                            <p:txEl>
                                              <p:charRg st="728" end="750"/>
                                            </p:txEl>
                                          </p:spTgt>
                                        </p:tgtEl>
                                        <p:attrNameLst>
                                          <p:attrName>style.visibility</p:attrName>
                                        </p:attrNameLst>
                                      </p:cBhvr>
                                      <p:to>
                                        <p:strVal val="visible"/>
                                      </p:to>
                                    </p:set>
                                    <p:animEffect transition="in" filter="randombar(horizontal)">
                                      <p:cBhvr>
                                        <p:cTn dur="500" id="87"/>
                                        <p:tgtEl>
                                          <p:spTgt spid="1048725">
                                            <p:txEl>
                                              <p:charRg st="728" end="750"/>
                                            </p:txEl>
                                          </p:spTgt>
                                        </p:tgtEl>
                                      </p:cBhvr>
                                    </p:animEffect>
                                  </p:childTnLst>
                                </p:cTn>
                              </p:par>
                            </p:childTnLst>
                          </p:cTn>
                        </p:par>
                      </p:childTnLst>
                    </p:cTn>
                  </p:par>
                  <p:par>
                    <p:cTn fill="hold" id="88">
                      <p:stCondLst>
                        <p:cond delay="indefinite"/>
                      </p:stCondLst>
                      <p:childTnLst>
                        <p:par>
                          <p:cTn fill="hold" id="89">
                            <p:stCondLst>
                              <p:cond delay="0"/>
                            </p:stCondLst>
                            <p:childTnLst>
                              <p:par>
                                <p:cTn accel="0" autoRev="0" decel="0" fill="hold" grpId="0" id="90" nodeType="clickEffect" presetClass="entr" presetID="14" presetSubtype="10">
                                  <p:stCondLst>
                                    <p:cond delay="0"/>
                                  </p:stCondLst>
                                  <p:childTnLst>
                                    <p:set>
                                      <p:cBhvr>
                                        <p:cTn dur="1" fill="hold" id="91">
                                          <p:stCondLst>
                                            <p:cond delay="0"/>
                                          </p:stCondLst>
                                        </p:cTn>
                                        <p:tgtEl>
                                          <p:spTgt spid="1048725">
                                            <p:txEl>
                                              <p:charRg st="750" end="774"/>
                                            </p:txEl>
                                          </p:spTgt>
                                        </p:tgtEl>
                                        <p:attrNameLst>
                                          <p:attrName>style.visibility</p:attrName>
                                        </p:attrNameLst>
                                      </p:cBhvr>
                                      <p:to>
                                        <p:strVal val="visible"/>
                                      </p:to>
                                    </p:set>
                                    <p:animEffect transition="in" filter="randombar(horizontal)">
                                      <p:cBhvr>
                                        <p:cTn dur="500" id="92"/>
                                        <p:tgtEl>
                                          <p:spTgt spid="1048725">
                                            <p:txEl>
                                              <p:charRg st="750" end="7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5" grpId="0" uiExpand="0" build="p" bldLvl="1"/>
    </p:bldLst>
  </p:timing>
</p:sld>
</file>

<file path=ppt/slides/slide8.xml><?xml version="1.0" encoding="utf-8"?>
<p:sld xmlns:a="http://schemas.openxmlformats.org/drawingml/2006/main" xmlns:r="http://schemas.openxmlformats.org/officeDocument/2006/relationships" xmlns:p="http://schemas.openxmlformats.org/presentationml/2006/main" show="1" showMasterSp="1">
  <p:cSld>
    <p:spTree>
      <p:nvGrpSpPr>
        <p:cNvPr id="51" name=""/>
        <p:cNvGrpSpPr/>
        <p:nvPr/>
      </p:nvGrpSpPr>
      <p:grpSpPr>
        <a:xfrm rot="0">
          <a:off x="0" y="0"/>
          <a:ext cx="0" cy="0"/>
          <a:chOff x="0" y="0"/>
          <a:chExt cx="0" cy="0"/>
        </a:xfrm>
      </p:grpSpPr>
      <p:sp>
        <p:nvSpPr>
          <p:cNvPr id="1048727" name="Espace réservé du contenu 2"/>
          <p:cNvSpPr/>
          <p:nvPr>
            <p:ph sz="full" idx="1"/>
          </p:nvPr>
        </p:nvSpPr>
        <p:spPr>
          <a:xfrm rot="0">
            <a:off x="342900" y="2124075"/>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106362">
              <a:buFontTx/>
              <a:buNone/>
            </a:pPr>
            <a:r>
              <a:rPr altLang="en-US" b="1" sz="2000" lang="en-US">
                <a:latin typeface="Bell MT" pitchFamily="18" charset="0"/>
                <a:ea typeface="Noto Serif CJK SC" pitchFamily="0" charset="1"/>
              </a:rPr>
              <a:t>sudo </a:t>
            </a:r>
            <a:r>
              <a:rPr altLang="en-US" b="1" sz="2000" lang="en-US">
                <a:latin typeface="Bell MT" pitchFamily="18" charset="0"/>
                <a:ea typeface="Noto Serif CJK SC" pitchFamily="0" charset="1"/>
              </a:rPr>
              <a:t>apt update &amp;&amp; apt </a:t>
            </a:r>
            <a:r>
              <a:rPr altLang="en-US" b="1" sz="2000" lang="en-US">
                <a:latin typeface="Bell MT" pitchFamily="18" charset="0"/>
                <a:ea typeface="Noto Serif CJK SC" pitchFamily="0" charset="1"/>
              </a:rPr>
              <a:t>upgrade</a:t>
            </a:r>
          </a:p>
          <a:p>
            <a:pPr indent="0" lvl="0" marL="106362">
              <a:buFontTx/>
              <a:buNone/>
            </a:pPr>
            <a:r>
              <a:rPr altLang="en-US" b="1" sz="2000" lang="en-US">
                <a:latin typeface="Bell MT" pitchFamily="18" charset="0"/>
                <a:ea typeface="Noto Serif CJK SC" pitchFamily="0" charset="1"/>
              </a:rPr>
              <a:t>sudo </a:t>
            </a:r>
            <a:r>
              <a:rPr altLang="en-US" b="1" sz="2000" lang="en-US">
                <a:latin typeface="Bell MT" pitchFamily="18" charset="0"/>
                <a:ea typeface="Noto Serif CJK SC" pitchFamily="0" charset="1"/>
              </a:rPr>
              <a:t>apt install </a:t>
            </a:r>
            <a:r>
              <a:rPr altLang="en-US" b="1" sz="2000" lang="en-US">
                <a:latin typeface="Bell MT" pitchFamily="18" charset="0"/>
                <a:ea typeface="Noto Serif CJK SC" pitchFamily="0" charset="1"/>
              </a:rPr>
              <a:t>mariadb-server-y</a:t>
            </a:r>
          </a:p>
          <a:p>
            <a:pPr indent="0" lvl="0" marL="106362">
              <a:buFontTx/>
              <a:buNone/>
            </a:pPr>
            <a:r>
              <a:rPr altLang="en-US" b="1" sz="2000" lang="en-US">
                <a:latin typeface="Bell MT" pitchFamily="18" charset="0"/>
                <a:ea typeface="Noto Serif CJK SC" pitchFamily="0" charset="1"/>
              </a:rPr>
              <a:t> </a:t>
            </a:r>
            <a:r>
              <a:rPr altLang="en-US" b="1" sz="2000" lang="en-US">
                <a:latin typeface="Bell MT" pitchFamily="18" charset="0"/>
                <a:ea typeface="Noto Serif CJK SC" pitchFamily="0" charset="1"/>
              </a:rPr>
              <a:t>mariadb –</a:t>
            </a:r>
            <a:r>
              <a:rPr altLang="en-US" b="1" sz="2000" lang="en-US">
                <a:latin typeface="Bell MT" pitchFamily="18" charset="0"/>
                <a:ea typeface="Noto Serif CJK SC" pitchFamily="0" charset="1"/>
              </a:rPr>
              <a:t>version</a:t>
            </a:r>
          </a:p>
          <a:p>
            <a:pPr indent="0" lvl="0" marL="106362">
              <a:buFontTx/>
              <a:buNone/>
            </a:pPr>
            <a:r>
              <a:rPr altLang="en-US" sz="2000" lang="en-US">
                <a:latin typeface="Bell MT" pitchFamily="18" charset="0"/>
              </a:rPr>
              <a:t> </a:t>
            </a:r>
            <a:r>
              <a:rPr altLang="en-US" sz="2000" lang="en-US">
                <a:latin typeface="Bell MT" pitchFamily="18" charset="0"/>
              </a:rPr>
              <a:t>  </a:t>
            </a:r>
            <a:r>
              <a:rPr altLang="en-US" b="1" sz="2000" lang="en-US">
                <a:latin typeface="Bell MT" pitchFamily="18" charset="0"/>
              </a:rPr>
              <a:t>sudo </a:t>
            </a:r>
            <a:r>
              <a:rPr altLang="en-US" b="1" sz="2000" lang="en-US">
                <a:latin typeface="Bell MT" pitchFamily="18" charset="0"/>
              </a:rPr>
              <a:t>nano /</a:t>
            </a:r>
            <a:r>
              <a:rPr altLang="en-US" b="1" sz="2000" lang="en-US">
                <a:latin typeface="Bell MT" pitchFamily="18" charset="0"/>
              </a:rPr>
              <a:t>etc/mysql/mariadb.conf.d/50-server.cnf</a:t>
            </a:r>
          </a:p>
          <a:p>
            <a:pPr indent="0" lvl="0" marL="106362">
              <a:buFontTx/>
              <a:buNone/>
            </a:pPr>
            <a:r>
              <a:rPr altLang="en-US" b="1" sz="2000" lang="en-US">
                <a:latin typeface="Bell MT" pitchFamily="18" charset="0"/>
              </a:rPr>
              <a:t>sudo </a:t>
            </a:r>
            <a:r>
              <a:rPr altLang="en-US" b="1" sz="2000" lang="en-US">
                <a:latin typeface="Bell MT" pitchFamily="18" charset="0"/>
              </a:rPr>
              <a:t>systemctl restart mariadb</a:t>
            </a:r>
          </a:p>
          <a:p>
            <a:pPr indent="0" lvl="0" marL="106362">
              <a:buFontTx/>
              <a:buNone/>
            </a:pPr>
            <a:endParaRPr altLang="en-US" sz="2000" lang="en-US">
              <a:latin typeface="Bell MT" pitchFamily="18" charset="0"/>
              <a:ea typeface="Noto Serif CJK SC" pitchFamily="0" charset="1"/>
            </a:endParaRPr>
          </a:p>
          <a:p>
            <a:pPr indent="0" lvl="0" marL="106362">
              <a:buFontTx/>
              <a:buNone/>
            </a:pPr>
            <a:r>
              <a:rPr altLang="en-US" b="1" sz="2000" lang="en-US">
                <a:latin typeface="Bell MT" pitchFamily="18" charset="0"/>
                <a:ea typeface="Noto Serif CJK SC" pitchFamily="0" charset="1"/>
              </a:rPr>
              <a:t>&gt; </a:t>
            </a:r>
            <a:r>
              <a:rPr altLang="en-US" b="1" sz="2000" lang="en-US">
                <a:latin typeface="Bell MT" pitchFamily="18" charset="0"/>
                <a:ea typeface="Noto Serif CJK SC" pitchFamily="0" charset="1"/>
              </a:rPr>
              <a:t>CREATE USER ‘replique’@’%’ IDENTIFIED BY ‘Password’;</a:t>
            </a:r>
          </a:p>
          <a:p>
            <a:pPr indent="0" lvl="0" marL="106362">
              <a:buFontTx/>
              <a:buNone/>
            </a:pPr>
            <a:r>
              <a:rPr altLang="en-US" b="1" sz="2000" lang="en-US">
                <a:latin typeface="Bell MT" pitchFamily="18" charset="0"/>
                <a:ea typeface="Noto Serif CJK SC" pitchFamily="0" charset="1"/>
              </a:rPr>
              <a:t>&gt; </a:t>
            </a:r>
            <a:r>
              <a:rPr altLang="en-US" b="1" sz="2000" lang="en-US">
                <a:latin typeface="Bell MT" pitchFamily="18" charset="0"/>
                <a:ea typeface="Noto Serif CJK SC" pitchFamily="0" charset="1"/>
              </a:rPr>
              <a:t>GRANT REPLICATION SLAVE ON </a:t>
            </a:r>
            <a:r>
              <a:rPr altLang="en-US" b="1" sz="2000" lang="en-US">
                <a:latin typeface="Bell MT" pitchFamily="18" charset="0"/>
                <a:ea typeface="Noto Serif CJK SC" pitchFamily="0" charset="1"/>
              </a:rPr>
              <a:t>*.</a:t>
            </a:r>
            <a:r>
              <a:rPr altLang="en-US" b="1" sz="2000" lang="en-US">
                <a:latin typeface="Bell MT" pitchFamily="18" charset="0"/>
                <a:ea typeface="Noto Serif CJK SC" pitchFamily="0" charset="1"/>
              </a:rPr>
              <a:t>* TO ‘replique’@’%’;</a:t>
            </a:r>
          </a:p>
          <a:p>
            <a:pPr indent="0" lvl="0" marL="106362">
              <a:buFontTx/>
              <a:buNone/>
            </a:pPr>
            <a:r>
              <a:rPr altLang="en-US" b="1" sz="2000" lang="en-US">
                <a:latin typeface="Bell MT" pitchFamily="18" charset="0"/>
                <a:ea typeface="Noto Serif CJK SC" pitchFamily="0" charset="1"/>
              </a:rPr>
              <a:t>&gt; </a:t>
            </a:r>
            <a:r>
              <a:rPr altLang="en-US" b="1" sz="2000" lang="en-US">
                <a:latin typeface="Bell MT" pitchFamily="18" charset="0"/>
                <a:ea typeface="Noto Serif CJK SC" pitchFamily="0" charset="1"/>
              </a:rPr>
              <a:t>FLUSH PRIVILEGES ;</a:t>
            </a:r>
          </a:p>
          <a:p>
            <a:pPr indent="0" lvl="0" marL="106362">
              <a:buFontTx/>
              <a:buNone/>
            </a:pPr>
            <a:r>
              <a:rPr altLang="en-US" b="1" sz="2000" lang="en-US">
                <a:latin typeface="Bell MT" pitchFamily="18" charset="0"/>
                <a:ea typeface="Noto Serif CJK SC" pitchFamily="0" charset="1"/>
              </a:rPr>
              <a:t>&gt; </a:t>
            </a:r>
            <a:r>
              <a:rPr altLang="en-US" b="1" sz="2000" lang="en-US">
                <a:latin typeface="Bell MT" pitchFamily="18" charset="0"/>
                <a:ea typeface="Noto Serif CJK SC" pitchFamily="0" charset="1"/>
              </a:rPr>
              <a:t>SHOW MASTER STATUS ;</a:t>
            </a:r>
          </a:p>
        </p:txBody>
      </p:sp>
      <p:sp>
        <p:nvSpPr>
          <p:cNvPr id="1048728" name="Titre 1"/>
          <p:cNvSpPr/>
          <p:nvPr>
            <p:ph type="title" sz="full" idx="0"/>
          </p:nvPr>
        </p:nvSpPr>
        <p:spPr>
          <a:xfrm rot="0">
            <a:off x="230187" y="323850"/>
            <a:ext cx="6397625"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400" lang="en-US">
                <a:solidFill>
                  <a:srgbClr val="0070C0"/>
                </a:solidFill>
                <a:effectLst>
                  <a:outerShdw algn="tl" blurRad="38100" dir="2700000" dist="38100">
                    <a:srgbClr val="C0C0C0"/>
                  </a:outerShdw>
                </a:effectLst>
                <a:latin typeface="Arial Black" pitchFamily="34" charset="0"/>
              </a:rPr>
              <a:t>Implémentation ou Configuration</a:t>
            </a:r>
          </a:p>
        </p:txBody>
      </p:sp>
    </p:spTree>
  </p:cSld>
  <p:clrMapOvr>
    <a:masterClrMapping/>
  </p:clrMapOvr>
  <p:transition spd="slow" advClick="1">
    <p:blinds dir="vert"/>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727">
                                            <p:txEl>
                                              <p:charRg st="0" end="31"/>
                                            </p:txEl>
                                          </p:spTgt>
                                        </p:tgtEl>
                                        <p:attrNameLst>
                                          <p:attrName>style.visibility</p:attrName>
                                        </p:attrNameLst>
                                      </p:cBhvr>
                                      <p:to>
                                        <p:strVal val="visible"/>
                                      </p:to>
                                    </p:set>
                                    <p:anim calcmode="lin" valueType="num">
                                      <p:cBhvr>
                                        <p:cTn dur="500" fill="hold" id="7"/>
                                        <p:tgtEl>
                                          <p:spTgt spid="1048727">
                                            <p:txEl>
                                              <p:charRg st="0" end="31"/>
                                            </p:txEl>
                                          </p:spTgt>
                                        </p:tgtEl>
                                        <p:attrNameLst>
                                          <p:attrName>ppt_w</p:attrName>
                                        </p:attrNameLst>
                                      </p:cBhvr>
                                      <p:tavLst>
                                        <p:tav tm="0">
                                          <p:val>
                                            <p:fltVal val="0.0"/>
                                          </p:val>
                                        </p:tav>
                                        <p:tav tm="100000">
                                          <p:val>
                                            <p:strVal val="#ppt_w"/>
                                          </p:val>
                                        </p:tav>
                                      </p:tavLst>
                                    </p:anim>
                                    <p:anim calcmode="lin" valueType="num">
                                      <p:cBhvr>
                                        <p:cTn dur="500" fill="hold" id="8"/>
                                        <p:tgtEl>
                                          <p:spTgt spid="1048727">
                                            <p:txEl>
                                              <p:charRg st="0" end="31"/>
                                            </p:txEl>
                                          </p:spTgt>
                                        </p:tgtEl>
                                        <p:attrNameLst>
                                          <p:attrName>ppt_h</p:attrName>
                                        </p:attrNameLst>
                                      </p:cBhvr>
                                      <p:tavLst>
                                        <p:tav tm="0">
                                          <p:val>
                                            <p:fltVal val="0.0"/>
                                          </p:val>
                                        </p:tav>
                                        <p:tav tm="100000">
                                          <p:val>
                                            <p:strVal val="#ppt_h"/>
                                          </p:val>
                                        </p:tav>
                                      </p:tavLst>
                                    </p:anim>
                                    <p:animEffect transition="in" filter="fade">
                                      <p:cBhvr>
                                        <p:cTn dur="500" id="9"/>
                                        <p:tgtEl>
                                          <p:spTgt spid="1048727">
                                            <p:txEl>
                                              <p:charRg st="0" end="31"/>
                                            </p:txEl>
                                          </p:spTgt>
                                        </p:tgtEl>
                                      </p:cBhvr>
                                    </p:animEffect>
                                  </p:childTnLst>
                                </p:cTn>
                              </p:par>
                            </p:childTnLst>
                          </p:cTn>
                        </p:par>
                      </p:childTnLst>
                    </p:cTn>
                  </p:par>
                  <p:par>
                    <p:cTn fill="hold" id="10">
                      <p:stCondLst>
                        <p:cond delay="indefinite"/>
                      </p:stCondLst>
                      <p:childTnLst>
                        <p:par>
                          <p:cTn fill="hold" id="11">
                            <p:stCondLst>
                              <p:cond delay="0"/>
                            </p:stCondLst>
                            <p:childTnLst>
                              <p:par>
                                <p:cTn fill="hold" grpId="0" id="12" nodeType="clickEffect" presetClass="entr" presetID="53" presetSubtype="16">
                                  <p:stCondLst>
                                    <p:cond delay="0"/>
                                  </p:stCondLst>
                                  <p:childTnLst>
                                    <p:set>
                                      <p:cBhvr>
                                        <p:cTn dur="1" fill="hold" id="13">
                                          <p:stCondLst>
                                            <p:cond delay="0"/>
                                          </p:stCondLst>
                                        </p:cTn>
                                        <p:tgtEl>
                                          <p:spTgt spid="1048727">
                                            <p:txEl>
                                              <p:charRg st="31" end="65"/>
                                            </p:txEl>
                                          </p:spTgt>
                                        </p:tgtEl>
                                        <p:attrNameLst>
                                          <p:attrName>style.visibility</p:attrName>
                                        </p:attrNameLst>
                                      </p:cBhvr>
                                      <p:to>
                                        <p:strVal val="visible"/>
                                      </p:to>
                                    </p:set>
                                    <p:anim calcmode="lin" valueType="num">
                                      <p:cBhvr>
                                        <p:cTn dur="500" fill="hold" id="14"/>
                                        <p:tgtEl>
                                          <p:spTgt spid="1048727">
                                            <p:txEl>
                                              <p:charRg st="31" end="65"/>
                                            </p:txEl>
                                          </p:spTgt>
                                        </p:tgtEl>
                                        <p:attrNameLst>
                                          <p:attrName>ppt_w</p:attrName>
                                        </p:attrNameLst>
                                      </p:cBhvr>
                                      <p:tavLst>
                                        <p:tav tm="0">
                                          <p:val>
                                            <p:fltVal val="0.0"/>
                                          </p:val>
                                        </p:tav>
                                        <p:tav tm="100000">
                                          <p:val>
                                            <p:strVal val="#ppt_w"/>
                                          </p:val>
                                        </p:tav>
                                      </p:tavLst>
                                    </p:anim>
                                    <p:anim calcmode="lin" valueType="num">
                                      <p:cBhvr>
                                        <p:cTn dur="500" fill="hold" id="15"/>
                                        <p:tgtEl>
                                          <p:spTgt spid="1048727">
                                            <p:txEl>
                                              <p:charRg st="31" end="65"/>
                                            </p:txEl>
                                          </p:spTgt>
                                        </p:tgtEl>
                                        <p:attrNameLst>
                                          <p:attrName>ppt_h</p:attrName>
                                        </p:attrNameLst>
                                      </p:cBhvr>
                                      <p:tavLst>
                                        <p:tav tm="0">
                                          <p:val>
                                            <p:fltVal val="0.0"/>
                                          </p:val>
                                        </p:tav>
                                        <p:tav tm="100000">
                                          <p:val>
                                            <p:strVal val="#ppt_h"/>
                                          </p:val>
                                        </p:tav>
                                      </p:tavLst>
                                    </p:anim>
                                    <p:animEffect transition="in" filter="fade">
                                      <p:cBhvr>
                                        <p:cTn dur="500" id="16"/>
                                        <p:tgtEl>
                                          <p:spTgt spid="1048727">
                                            <p:txEl>
                                              <p:charRg st="31" end="65"/>
                                            </p:txEl>
                                          </p:spTgt>
                                        </p:tgtEl>
                                      </p:cBhvr>
                                    </p:animEffect>
                                  </p:childTnLst>
                                </p:cTn>
                              </p:par>
                            </p:childTnLst>
                          </p:cTn>
                        </p:par>
                      </p:childTnLst>
                    </p:cTn>
                  </p:par>
                  <p:par>
                    <p:cTn fill="hold" id="17">
                      <p:stCondLst>
                        <p:cond delay="indefinite"/>
                      </p:stCondLst>
                      <p:childTnLst>
                        <p:par>
                          <p:cTn fill="hold" id="18">
                            <p:stCondLst>
                              <p:cond delay="0"/>
                            </p:stCondLst>
                            <p:childTnLst>
                              <p:par>
                                <p:cTn fill="hold" grpId="0" id="19" nodeType="clickEffect" presetClass="entr" presetID="53" presetSubtype="16">
                                  <p:stCondLst>
                                    <p:cond delay="0"/>
                                  </p:stCondLst>
                                  <p:childTnLst>
                                    <p:set>
                                      <p:cBhvr>
                                        <p:cTn dur="1" fill="hold" id="20">
                                          <p:stCondLst>
                                            <p:cond delay="0"/>
                                          </p:stCondLst>
                                        </p:cTn>
                                        <p:tgtEl>
                                          <p:spTgt spid="1048727">
                                            <p:txEl>
                                              <p:charRg st="65" end="83"/>
                                            </p:txEl>
                                          </p:spTgt>
                                        </p:tgtEl>
                                        <p:attrNameLst>
                                          <p:attrName>style.visibility</p:attrName>
                                        </p:attrNameLst>
                                      </p:cBhvr>
                                      <p:to>
                                        <p:strVal val="visible"/>
                                      </p:to>
                                    </p:set>
                                    <p:anim calcmode="lin" valueType="num">
                                      <p:cBhvr>
                                        <p:cTn dur="500" fill="hold" id="21"/>
                                        <p:tgtEl>
                                          <p:spTgt spid="1048727">
                                            <p:txEl>
                                              <p:charRg st="65" end="83"/>
                                            </p:txEl>
                                          </p:spTgt>
                                        </p:tgtEl>
                                        <p:attrNameLst>
                                          <p:attrName>ppt_w</p:attrName>
                                        </p:attrNameLst>
                                      </p:cBhvr>
                                      <p:tavLst>
                                        <p:tav tm="0">
                                          <p:val>
                                            <p:fltVal val="0.0"/>
                                          </p:val>
                                        </p:tav>
                                        <p:tav tm="100000">
                                          <p:val>
                                            <p:strVal val="#ppt_w"/>
                                          </p:val>
                                        </p:tav>
                                      </p:tavLst>
                                    </p:anim>
                                    <p:anim calcmode="lin" valueType="num">
                                      <p:cBhvr>
                                        <p:cTn dur="500" fill="hold" id="22"/>
                                        <p:tgtEl>
                                          <p:spTgt spid="1048727">
                                            <p:txEl>
                                              <p:charRg st="65" end="83"/>
                                            </p:txEl>
                                          </p:spTgt>
                                        </p:tgtEl>
                                        <p:attrNameLst>
                                          <p:attrName>ppt_h</p:attrName>
                                        </p:attrNameLst>
                                      </p:cBhvr>
                                      <p:tavLst>
                                        <p:tav tm="0">
                                          <p:val>
                                            <p:fltVal val="0.0"/>
                                          </p:val>
                                        </p:tav>
                                        <p:tav tm="100000">
                                          <p:val>
                                            <p:strVal val="#ppt_h"/>
                                          </p:val>
                                        </p:tav>
                                      </p:tavLst>
                                    </p:anim>
                                    <p:animEffect transition="in" filter="fade">
                                      <p:cBhvr>
                                        <p:cTn dur="500" id="23"/>
                                        <p:tgtEl>
                                          <p:spTgt spid="1048727">
                                            <p:txEl>
                                              <p:charRg st="65" end="83"/>
                                            </p:txEl>
                                          </p:spTgt>
                                        </p:tgtEl>
                                      </p:cBhvr>
                                    </p:animEffect>
                                  </p:childTnLst>
                                </p:cTn>
                              </p:par>
                            </p:childTnLst>
                          </p:cTn>
                        </p:par>
                      </p:childTnLst>
                    </p:cTn>
                  </p:par>
                  <p:par>
                    <p:cTn fill="hold" id="24">
                      <p:stCondLst>
                        <p:cond delay="indefinite"/>
                      </p:stCondLst>
                      <p:childTnLst>
                        <p:par>
                          <p:cTn fill="hold" id="25">
                            <p:stCondLst>
                              <p:cond delay="0"/>
                            </p:stCondLst>
                            <p:childTnLst>
                              <p:par>
                                <p:cTn fill="hold" grpId="0" id="26" nodeType="clickEffect" presetClass="entr" presetID="53" presetSubtype="16">
                                  <p:stCondLst>
                                    <p:cond delay="0"/>
                                  </p:stCondLst>
                                  <p:childTnLst>
                                    <p:set>
                                      <p:cBhvr>
                                        <p:cTn dur="1" fill="hold" id="27">
                                          <p:stCondLst>
                                            <p:cond delay="0"/>
                                          </p:stCondLst>
                                        </p:cTn>
                                        <p:tgtEl>
                                          <p:spTgt spid="1048727">
                                            <p:txEl>
                                              <p:charRg st="83" end="136"/>
                                            </p:txEl>
                                          </p:spTgt>
                                        </p:tgtEl>
                                        <p:attrNameLst>
                                          <p:attrName>style.visibility</p:attrName>
                                        </p:attrNameLst>
                                      </p:cBhvr>
                                      <p:to>
                                        <p:strVal val="visible"/>
                                      </p:to>
                                    </p:set>
                                    <p:anim calcmode="lin" valueType="num">
                                      <p:cBhvr>
                                        <p:cTn dur="500" fill="hold" id="28"/>
                                        <p:tgtEl>
                                          <p:spTgt spid="1048727">
                                            <p:txEl>
                                              <p:charRg st="83" end="136"/>
                                            </p:txEl>
                                          </p:spTgt>
                                        </p:tgtEl>
                                        <p:attrNameLst>
                                          <p:attrName>ppt_w</p:attrName>
                                        </p:attrNameLst>
                                      </p:cBhvr>
                                      <p:tavLst>
                                        <p:tav tm="0">
                                          <p:val>
                                            <p:fltVal val="0.0"/>
                                          </p:val>
                                        </p:tav>
                                        <p:tav tm="100000">
                                          <p:val>
                                            <p:strVal val="#ppt_w"/>
                                          </p:val>
                                        </p:tav>
                                      </p:tavLst>
                                    </p:anim>
                                    <p:anim calcmode="lin" valueType="num">
                                      <p:cBhvr>
                                        <p:cTn dur="500" fill="hold" id="29"/>
                                        <p:tgtEl>
                                          <p:spTgt spid="1048727">
                                            <p:txEl>
                                              <p:charRg st="83" end="136"/>
                                            </p:txEl>
                                          </p:spTgt>
                                        </p:tgtEl>
                                        <p:attrNameLst>
                                          <p:attrName>ppt_h</p:attrName>
                                        </p:attrNameLst>
                                      </p:cBhvr>
                                      <p:tavLst>
                                        <p:tav tm="0">
                                          <p:val>
                                            <p:fltVal val="0.0"/>
                                          </p:val>
                                        </p:tav>
                                        <p:tav tm="100000">
                                          <p:val>
                                            <p:strVal val="#ppt_h"/>
                                          </p:val>
                                        </p:tav>
                                      </p:tavLst>
                                    </p:anim>
                                    <p:animEffect transition="in" filter="fade">
                                      <p:cBhvr>
                                        <p:cTn dur="500" id="30"/>
                                        <p:tgtEl>
                                          <p:spTgt spid="1048727">
                                            <p:txEl>
                                              <p:charRg st="83" end="136"/>
                                            </p:txEl>
                                          </p:spTgt>
                                        </p:tgtEl>
                                      </p:cBhvr>
                                    </p:animEffect>
                                  </p:childTnLst>
                                </p:cTn>
                              </p:par>
                            </p:childTnLst>
                          </p:cTn>
                        </p:par>
                      </p:childTnLst>
                    </p:cTn>
                  </p:par>
                  <p:par>
                    <p:cTn fill="hold" id="31">
                      <p:stCondLst>
                        <p:cond delay="indefinite"/>
                      </p:stCondLst>
                      <p:childTnLst>
                        <p:par>
                          <p:cTn fill="hold" id="32">
                            <p:stCondLst>
                              <p:cond delay="0"/>
                            </p:stCondLst>
                            <p:childTnLst>
                              <p:par>
                                <p:cTn fill="hold" grpId="0" id="33" nodeType="clickEffect" presetClass="entr" presetID="53" presetSubtype="16">
                                  <p:stCondLst>
                                    <p:cond delay="0"/>
                                  </p:stCondLst>
                                  <p:childTnLst>
                                    <p:set>
                                      <p:cBhvr>
                                        <p:cTn dur="1" fill="hold" id="34">
                                          <p:stCondLst>
                                            <p:cond delay="0"/>
                                          </p:stCondLst>
                                        </p:cTn>
                                        <p:tgtEl>
                                          <p:spTgt spid="1048727">
                                            <p:txEl>
                                              <p:charRg st="136" end="167"/>
                                            </p:txEl>
                                          </p:spTgt>
                                        </p:tgtEl>
                                        <p:attrNameLst>
                                          <p:attrName>style.visibility</p:attrName>
                                        </p:attrNameLst>
                                      </p:cBhvr>
                                      <p:to>
                                        <p:strVal val="visible"/>
                                      </p:to>
                                    </p:set>
                                    <p:anim calcmode="lin" valueType="num">
                                      <p:cBhvr>
                                        <p:cTn dur="500" fill="hold" id="35"/>
                                        <p:tgtEl>
                                          <p:spTgt spid="1048727">
                                            <p:txEl>
                                              <p:charRg st="136" end="167"/>
                                            </p:txEl>
                                          </p:spTgt>
                                        </p:tgtEl>
                                        <p:attrNameLst>
                                          <p:attrName>ppt_w</p:attrName>
                                        </p:attrNameLst>
                                      </p:cBhvr>
                                      <p:tavLst>
                                        <p:tav tm="0">
                                          <p:val>
                                            <p:fltVal val="0.0"/>
                                          </p:val>
                                        </p:tav>
                                        <p:tav tm="100000">
                                          <p:val>
                                            <p:strVal val="#ppt_w"/>
                                          </p:val>
                                        </p:tav>
                                      </p:tavLst>
                                    </p:anim>
                                    <p:anim calcmode="lin" valueType="num">
                                      <p:cBhvr>
                                        <p:cTn dur="500" fill="hold" id="36"/>
                                        <p:tgtEl>
                                          <p:spTgt spid="1048727">
                                            <p:txEl>
                                              <p:charRg st="136" end="167"/>
                                            </p:txEl>
                                          </p:spTgt>
                                        </p:tgtEl>
                                        <p:attrNameLst>
                                          <p:attrName>ppt_h</p:attrName>
                                        </p:attrNameLst>
                                      </p:cBhvr>
                                      <p:tavLst>
                                        <p:tav tm="0">
                                          <p:val>
                                            <p:fltVal val="0.0"/>
                                          </p:val>
                                        </p:tav>
                                        <p:tav tm="100000">
                                          <p:val>
                                            <p:strVal val="#ppt_h"/>
                                          </p:val>
                                        </p:tav>
                                      </p:tavLst>
                                    </p:anim>
                                    <p:animEffect transition="in" filter="fade">
                                      <p:cBhvr>
                                        <p:cTn dur="500" id="37"/>
                                        <p:tgtEl>
                                          <p:spTgt spid="1048727">
                                            <p:txEl>
                                              <p:charRg st="136" end="167"/>
                                            </p:txEl>
                                          </p:spTgt>
                                        </p:tgtEl>
                                      </p:cBhvr>
                                    </p:animEffect>
                                  </p:childTnLst>
                                </p:cTn>
                              </p:par>
                            </p:childTnLst>
                          </p:cTn>
                        </p:par>
                      </p:childTnLst>
                    </p:cTn>
                  </p:par>
                  <p:par>
                    <p:cTn fill="hold" id="38">
                      <p:stCondLst>
                        <p:cond delay="indefinite"/>
                      </p:stCondLst>
                      <p:childTnLst>
                        <p:par>
                          <p:cTn fill="hold" id="39">
                            <p:stCondLst>
                              <p:cond delay="0"/>
                            </p:stCondLst>
                            <p:childTnLst>
                              <p:par>
                                <p:cTn fill="hold" grpId="0" id="40" nodeType="clickEffect" presetClass="entr" presetID="53" presetSubtype="16">
                                  <p:stCondLst>
                                    <p:cond delay="0"/>
                                  </p:stCondLst>
                                  <p:childTnLst>
                                    <p:set>
                                      <p:cBhvr>
                                        <p:cTn dur="1" fill="hold" id="41">
                                          <p:stCondLst>
                                            <p:cond delay="0"/>
                                          </p:stCondLst>
                                        </p:cTn>
                                        <p:tgtEl>
                                          <p:spTgt spid="1048727">
                                            <p:txEl>
                                              <p:charRg st="168" end="223"/>
                                            </p:txEl>
                                          </p:spTgt>
                                        </p:tgtEl>
                                        <p:attrNameLst>
                                          <p:attrName>style.visibility</p:attrName>
                                        </p:attrNameLst>
                                      </p:cBhvr>
                                      <p:to>
                                        <p:strVal val="visible"/>
                                      </p:to>
                                    </p:set>
                                    <p:anim calcmode="lin" valueType="num">
                                      <p:cBhvr>
                                        <p:cTn dur="500" fill="hold" id="42"/>
                                        <p:tgtEl>
                                          <p:spTgt spid="1048727">
                                            <p:txEl>
                                              <p:charRg st="168" end="223"/>
                                            </p:txEl>
                                          </p:spTgt>
                                        </p:tgtEl>
                                        <p:attrNameLst>
                                          <p:attrName>ppt_w</p:attrName>
                                        </p:attrNameLst>
                                      </p:cBhvr>
                                      <p:tavLst>
                                        <p:tav tm="0">
                                          <p:val>
                                            <p:fltVal val="0.0"/>
                                          </p:val>
                                        </p:tav>
                                        <p:tav tm="100000">
                                          <p:val>
                                            <p:strVal val="#ppt_w"/>
                                          </p:val>
                                        </p:tav>
                                      </p:tavLst>
                                    </p:anim>
                                    <p:anim calcmode="lin" valueType="num">
                                      <p:cBhvr>
                                        <p:cTn dur="500" fill="hold" id="43"/>
                                        <p:tgtEl>
                                          <p:spTgt spid="1048727">
                                            <p:txEl>
                                              <p:charRg st="168" end="223"/>
                                            </p:txEl>
                                          </p:spTgt>
                                        </p:tgtEl>
                                        <p:attrNameLst>
                                          <p:attrName>ppt_h</p:attrName>
                                        </p:attrNameLst>
                                      </p:cBhvr>
                                      <p:tavLst>
                                        <p:tav tm="0">
                                          <p:val>
                                            <p:fltVal val="0.0"/>
                                          </p:val>
                                        </p:tav>
                                        <p:tav tm="100000">
                                          <p:val>
                                            <p:strVal val="#ppt_h"/>
                                          </p:val>
                                        </p:tav>
                                      </p:tavLst>
                                    </p:anim>
                                    <p:animEffect transition="in" filter="fade">
                                      <p:cBhvr>
                                        <p:cTn dur="500" id="44"/>
                                        <p:tgtEl>
                                          <p:spTgt spid="1048727">
                                            <p:txEl>
                                              <p:charRg st="168" end="223"/>
                                            </p:txEl>
                                          </p:spTgt>
                                        </p:tgtEl>
                                      </p:cBhvr>
                                    </p:animEffect>
                                  </p:childTnLst>
                                </p:cTn>
                              </p:par>
                            </p:childTnLst>
                          </p:cTn>
                        </p:par>
                      </p:childTnLst>
                    </p:cTn>
                  </p:par>
                  <p:par>
                    <p:cTn fill="hold" id="45">
                      <p:stCondLst>
                        <p:cond delay="indefinite"/>
                      </p:stCondLst>
                      <p:childTnLst>
                        <p:par>
                          <p:cTn fill="hold" id="46">
                            <p:stCondLst>
                              <p:cond delay="0"/>
                            </p:stCondLst>
                            <p:childTnLst>
                              <p:par>
                                <p:cTn fill="hold" grpId="0" id="47" nodeType="clickEffect" presetClass="entr" presetID="53" presetSubtype="16">
                                  <p:stCondLst>
                                    <p:cond delay="0"/>
                                  </p:stCondLst>
                                  <p:childTnLst>
                                    <p:set>
                                      <p:cBhvr>
                                        <p:cTn dur="1" fill="hold" id="48">
                                          <p:stCondLst>
                                            <p:cond delay="0"/>
                                          </p:stCondLst>
                                        </p:cTn>
                                        <p:tgtEl>
                                          <p:spTgt spid="1048727">
                                            <p:txEl>
                                              <p:charRg st="223" end="275"/>
                                            </p:txEl>
                                          </p:spTgt>
                                        </p:tgtEl>
                                        <p:attrNameLst>
                                          <p:attrName>style.visibility</p:attrName>
                                        </p:attrNameLst>
                                      </p:cBhvr>
                                      <p:to>
                                        <p:strVal val="visible"/>
                                      </p:to>
                                    </p:set>
                                    <p:anim calcmode="lin" valueType="num">
                                      <p:cBhvr>
                                        <p:cTn dur="500" fill="hold" id="49"/>
                                        <p:tgtEl>
                                          <p:spTgt spid="1048727">
                                            <p:txEl>
                                              <p:charRg st="223" end="275"/>
                                            </p:txEl>
                                          </p:spTgt>
                                        </p:tgtEl>
                                        <p:attrNameLst>
                                          <p:attrName>ppt_w</p:attrName>
                                        </p:attrNameLst>
                                      </p:cBhvr>
                                      <p:tavLst>
                                        <p:tav tm="0">
                                          <p:val>
                                            <p:fltVal val="0.0"/>
                                          </p:val>
                                        </p:tav>
                                        <p:tav tm="100000">
                                          <p:val>
                                            <p:strVal val="#ppt_w"/>
                                          </p:val>
                                        </p:tav>
                                      </p:tavLst>
                                    </p:anim>
                                    <p:anim calcmode="lin" valueType="num">
                                      <p:cBhvr>
                                        <p:cTn dur="500" fill="hold" id="50"/>
                                        <p:tgtEl>
                                          <p:spTgt spid="1048727">
                                            <p:txEl>
                                              <p:charRg st="223" end="275"/>
                                            </p:txEl>
                                          </p:spTgt>
                                        </p:tgtEl>
                                        <p:attrNameLst>
                                          <p:attrName>ppt_h</p:attrName>
                                        </p:attrNameLst>
                                      </p:cBhvr>
                                      <p:tavLst>
                                        <p:tav tm="0">
                                          <p:val>
                                            <p:fltVal val="0.0"/>
                                          </p:val>
                                        </p:tav>
                                        <p:tav tm="100000">
                                          <p:val>
                                            <p:strVal val="#ppt_h"/>
                                          </p:val>
                                        </p:tav>
                                      </p:tavLst>
                                    </p:anim>
                                    <p:animEffect transition="in" filter="fade">
                                      <p:cBhvr>
                                        <p:cTn dur="500" id="51"/>
                                        <p:tgtEl>
                                          <p:spTgt spid="1048727">
                                            <p:txEl>
                                              <p:charRg st="223" end="275"/>
                                            </p:txEl>
                                          </p:spTgt>
                                        </p:tgtEl>
                                      </p:cBhvr>
                                    </p:animEffect>
                                  </p:childTnLst>
                                </p:cTn>
                              </p:par>
                            </p:childTnLst>
                          </p:cTn>
                        </p:par>
                      </p:childTnLst>
                    </p:cTn>
                  </p:par>
                  <p:par>
                    <p:cTn fill="hold" id="52">
                      <p:stCondLst>
                        <p:cond delay="indefinite"/>
                      </p:stCondLst>
                      <p:childTnLst>
                        <p:par>
                          <p:cTn fill="hold" id="53">
                            <p:stCondLst>
                              <p:cond delay="0"/>
                            </p:stCondLst>
                            <p:childTnLst>
                              <p:par>
                                <p:cTn fill="hold" grpId="0" id="54" nodeType="clickEffect" presetClass="entr" presetID="53" presetSubtype="16">
                                  <p:stCondLst>
                                    <p:cond delay="0"/>
                                  </p:stCondLst>
                                  <p:childTnLst>
                                    <p:set>
                                      <p:cBhvr>
                                        <p:cTn dur="1" fill="hold" id="55">
                                          <p:stCondLst>
                                            <p:cond delay="0"/>
                                          </p:stCondLst>
                                        </p:cTn>
                                        <p:tgtEl>
                                          <p:spTgt spid="1048727">
                                            <p:txEl>
                                              <p:charRg st="275" end="296"/>
                                            </p:txEl>
                                          </p:spTgt>
                                        </p:tgtEl>
                                        <p:attrNameLst>
                                          <p:attrName>style.visibility</p:attrName>
                                        </p:attrNameLst>
                                      </p:cBhvr>
                                      <p:to>
                                        <p:strVal val="visible"/>
                                      </p:to>
                                    </p:set>
                                    <p:anim calcmode="lin" valueType="num">
                                      <p:cBhvr>
                                        <p:cTn dur="500" fill="hold" id="56"/>
                                        <p:tgtEl>
                                          <p:spTgt spid="1048727">
                                            <p:txEl>
                                              <p:charRg st="275" end="296"/>
                                            </p:txEl>
                                          </p:spTgt>
                                        </p:tgtEl>
                                        <p:attrNameLst>
                                          <p:attrName>ppt_w</p:attrName>
                                        </p:attrNameLst>
                                      </p:cBhvr>
                                      <p:tavLst>
                                        <p:tav tm="0">
                                          <p:val>
                                            <p:fltVal val="0.0"/>
                                          </p:val>
                                        </p:tav>
                                        <p:tav tm="100000">
                                          <p:val>
                                            <p:strVal val="#ppt_w"/>
                                          </p:val>
                                        </p:tav>
                                      </p:tavLst>
                                    </p:anim>
                                    <p:anim calcmode="lin" valueType="num">
                                      <p:cBhvr>
                                        <p:cTn dur="500" fill="hold" id="57"/>
                                        <p:tgtEl>
                                          <p:spTgt spid="1048727">
                                            <p:txEl>
                                              <p:charRg st="275" end="296"/>
                                            </p:txEl>
                                          </p:spTgt>
                                        </p:tgtEl>
                                        <p:attrNameLst>
                                          <p:attrName>ppt_h</p:attrName>
                                        </p:attrNameLst>
                                      </p:cBhvr>
                                      <p:tavLst>
                                        <p:tav tm="0">
                                          <p:val>
                                            <p:fltVal val="0.0"/>
                                          </p:val>
                                        </p:tav>
                                        <p:tav tm="100000">
                                          <p:val>
                                            <p:strVal val="#ppt_h"/>
                                          </p:val>
                                        </p:tav>
                                      </p:tavLst>
                                    </p:anim>
                                    <p:animEffect transition="in" filter="fade">
                                      <p:cBhvr>
                                        <p:cTn dur="500" id="58"/>
                                        <p:tgtEl>
                                          <p:spTgt spid="1048727">
                                            <p:txEl>
                                              <p:charRg st="275" end="296"/>
                                            </p:txEl>
                                          </p:spTgt>
                                        </p:tgtEl>
                                      </p:cBhvr>
                                    </p:animEffect>
                                  </p:childTnLst>
                                </p:cTn>
                              </p:par>
                            </p:childTnLst>
                          </p:cTn>
                        </p:par>
                      </p:childTnLst>
                    </p:cTn>
                  </p:par>
                  <p:par>
                    <p:cTn fill="hold" id="59">
                      <p:stCondLst>
                        <p:cond delay="indefinite"/>
                      </p:stCondLst>
                      <p:childTnLst>
                        <p:par>
                          <p:cTn fill="hold" id="60">
                            <p:stCondLst>
                              <p:cond delay="0"/>
                            </p:stCondLst>
                            <p:childTnLst>
                              <p:par>
                                <p:cTn fill="hold" grpId="0" id="61" nodeType="clickEffect" presetClass="entr" presetID="53" presetSubtype="16">
                                  <p:stCondLst>
                                    <p:cond delay="0"/>
                                  </p:stCondLst>
                                  <p:childTnLst>
                                    <p:set>
                                      <p:cBhvr>
                                        <p:cTn dur="1" fill="hold" id="62">
                                          <p:stCondLst>
                                            <p:cond delay="0"/>
                                          </p:stCondLst>
                                        </p:cTn>
                                        <p:tgtEl>
                                          <p:spTgt spid="1048727">
                                            <p:txEl>
                                              <p:charRg st="296" end="319"/>
                                            </p:txEl>
                                          </p:spTgt>
                                        </p:tgtEl>
                                        <p:attrNameLst>
                                          <p:attrName>style.visibility</p:attrName>
                                        </p:attrNameLst>
                                      </p:cBhvr>
                                      <p:to>
                                        <p:strVal val="visible"/>
                                      </p:to>
                                    </p:set>
                                    <p:anim calcmode="lin" valueType="num">
                                      <p:cBhvr>
                                        <p:cTn dur="500" fill="hold" id="63"/>
                                        <p:tgtEl>
                                          <p:spTgt spid="1048727">
                                            <p:txEl>
                                              <p:charRg st="296" end="319"/>
                                            </p:txEl>
                                          </p:spTgt>
                                        </p:tgtEl>
                                        <p:attrNameLst>
                                          <p:attrName>ppt_w</p:attrName>
                                        </p:attrNameLst>
                                      </p:cBhvr>
                                      <p:tavLst>
                                        <p:tav tm="0">
                                          <p:val>
                                            <p:fltVal val="0.0"/>
                                          </p:val>
                                        </p:tav>
                                        <p:tav tm="100000">
                                          <p:val>
                                            <p:strVal val="#ppt_w"/>
                                          </p:val>
                                        </p:tav>
                                      </p:tavLst>
                                    </p:anim>
                                    <p:anim calcmode="lin" valueType="num">
                                      <p:cBhvr>
                                        <p:cTn dur="500" fill="hold" id="64"/>
                                        <p:tgtEl>
                                          <p:spTgt spid="1048727">
                                            <p:txEl>
                                              <p:charRg st="296" end="319"/>
                                            </p:txEl>
                                          </p:spTgt>
                                        </p:tgtEl>
                                        <p:attrNameLst>
                                          <p:attrName>ppt_h</p:attrName>
                                        </p:attrNameLst>
                                      </p:cBhvr>
                                      <p:tavLst>
                                        <p:tav tm="0">
                                          <p:val>
                                            <p:fltVal val="0.0"/>
                                          </p:val>
                                        </p:tav>
                                        <p:tav tm="100000">
                                          <p:val>
                                            <p:strVal val="#ppt_h"/>
                                          </p:val>
                                        </p:tav>
                                      </p:tavLst>
                                    </p:anim>
                                    <p:animEffect transition="in" filter="fade">
                                      <p:cBhvr>
                                        <p:cTn dur="500" id="65"/>
                                        <p:tgtEl>
                                          <p:spTgt spid="1048727">
                                            <p:txEl>
                                              <p:charRg st="296" end="3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7" grpId="0" uiExpand="0" build="p" bldLvl="1"/>
    </p:bldLst>
  </p:timing>
</p:sld>
</file>

<file path=ppt/slides/slide9.xml><?xml version="1.0" encoding="utf-8"?>
<p:sld xmlns:a="http://schemas.openxmlformats.org/drawingml/2006/main" xmlns:r="http://schemas.openxmlformats.org/officeDocument/2006/relationships" xmlns:p="http://schemas.openxmlformats.org/presentationml/2006/main" show="1" showMasterSp="1">
  <p:cSld>
    <p:spTree>
      <p:nvGrpSpPr>
        <p:cNvPr id="52" name=""/>
        <p:cNvGrpSpPr/>
        <p:nvPr/>
      </p:nvGrpSpPr>
      <p:grpSpPr>
        <a:xfrm rot="0">
          <a:off x="0" y="0"/>
          <a:ext cx="0" cy="0"/>
          <a:chOff x="0" y="0"/>
          <a:chExt cx="0" cy="0"/>
        </a:xfrm>
      </p:grpSpPr>
      <p:sp>
        <p:nvSpPr>
          <p:cNvPr id="1048729"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Tests et Résultats</a:t>
            </a:r>
          </a:p>
        </p:txBody>
      </p:sp>
      <p:pic>
        <p:nvPicPr>
          <p:cNvPr id="2097154" name="Image 14"/>
          <p:cNvPicPr>
            <a:picLocks/>
          </p:cNvPicPr>
          <p:nvPr/>
        </p:nvPicPr>
        <p:blipFill>
          <a:blip xmlns:r="http://schemas.openxmlformats.org/officeDocument/2006/relationships" r:embed="rId1"/>
          <a:srcRect l="0" t="0" r="65308" b="0"/>
          <a:stretch>
            <a:fillRect/>
          </a:stretch>
        </p:blipFill>
        <p:spPr>
          <a:xfrm rot="0">
            <a:off x="4435475" y="5081587"/>
            <a:ext cx="1944687" cy="2736850"/>
          </a:xfrm>
          <a:prstGeom prst="rect"/>
          <a:noFill/>
          <a:ln>
            <a:noFill/>
          </a:ln>
        </p:spPr>
      </p:pic>
      <p:pic>
        <p:nvPicPr>
          <p:cNvPr id="2097155" name="Image 15"/>
          <p:cNvPicPr>
            <a:picLocks/>
          </p:cNvPicPr>
          <p:nvPr/>
        </p:nvPicPr>
        <p:blipFill>
          <a:blip xmlns:r="http://schemas.openxmlformats.org/officeDocument/2006/relationships" r:embed="rId2"/>
          <a:srcRect l="0" t="0" r="56079" b="0"/>
          <a:stretch>
            <a:fillRect/>
          </a:stretch>
        </p:blipFill>
        <p:spPr>
          <a:xfrm rot="0">
            <a:off x="4291012" y="852487"/>
            <a:ext cx="2233612" cy="2801937"/>
          </a:xfrm>
          <a:prstGeom prst="rect"/>
          <a:noFill/>
          <a:ln>
            <a:noFill/>
          </a:ln>
        </p:spPr>
      </p:pic>
      <p:pic>
        <p:nvPicPr>
          <p:cNvPr id="2097156" name="Image 16"/>
          <p:cNvPicPr>
            <a:picLocks/>
          </p:cNvPicPr>
          <p:nvPr/>
        </p:nvPicPr>
        <p:blipFill>
          <a:blip xmlns:r="http://schemas.openxmlformats.org/officeDocument/2006/relationships" r:embed="rId3"/>
          <a:srcRect l="0" t="0" r="59450" b="0"/>
          <a:stretch>
            <a:fillRect/>
          </a:stretch>
        </p:blipFill>
        <p:spPr>
          <a:xfrm rot="0">
            <a:off x="168275" y="5118100"/>
            <a:ext cx="2781300" cy="2663825"/>
          </a:xfrm>
          <a:prstGeom prst="rect"/>
          <a:noFill/>
          <a:ln>
            <a:noFill/>
          </a:ln>
        </p:spPr>
      </p:pic>
      <p:pic>
        <p:nvPicPr>
          <p:cNvPr id="2097157" name="Espace réservé du contenu 19"/>
          <p:cNvPicPr>
            <a:picLocks/>
          </p:cNvPicPr>
          <p:nvPr>
            <p:ph sz="full" idx="1"/>
          </p:nvPr>
        </p:nvPicPr>
        <p:blipFill>
          <a:blip xmlns:r="http://schemas.openxmlformats.org/officeDocument/2006/relationships" r:embed="rId4"/>
          <a:srcRect l="0" t="0" r="56834" b="0"/>
          <a:stretch>
            <a:fillRect/>
          </a:stretch>
        </p:blipFill>
        <p:spPr>
          <a:xfrm rot="0">
            <a:off x="173037" y="931862"/>
            <a:ext cx="2073275" cy="2055812"/>
          </a:xfrm>
          <a:prstGeom prst="rect"/>
          <a:noFill/>
          <a:ln>
            <a:noFill/>
          </a:ln>
        </p:spPr>
      </p:pic>
      <p:pic>
        <p:nvPicPr>
          <p:cNvPr id="2097158" name="Image 20"/>
          <p:cNvPicPr>
            <a:picLocks/>
          </p:cNvPicPr>
          <p:nvPr/>
        </p:nvPicPr>
        <p:blipFill>
          <a:blip xmlns:r="http://schemas.openxmlformats.org/officeDocument/2006/relationships" r:embed="rId5"/>
          <a:srcRect l="0" t="0" r="34027" b="13535"/>
          <a:stretch>
            <a:fillRect/>
          </a:stretch>
        </p:blipFill>
        <p:spPr>
          <a:xfrm rot="0">
            <a:off x="1484312" y="2817812"/>
            <a:ext cx="3149600" cy="2401887"/>
          </a:xfrm>
          <a:prstGeom prst="rect"/>
          <a:noFill/>
          <a:ln>
            <a:noFill/>
          </a:ln>
        </p:spPr>
      </p:pic>
    </p:spTree>
  </p:cSld>
  <p:clrMapOvr>
    <a:masterClrMapping/>
  </p:clrMapOvr>
  <p:transition spd="slow" advClick="1">
    <p:checker dir="horz"/>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53" presetSubtype="16">
                                  <p:stCondLst>
                                    <p:cond delay="0"/>
                                  </p:stCondLst>
                                  <p:childTnLst>
                                    <p:set>
                                      <p:cBhvr>
                                        <p:cTn dur="1" fill="hold" id="6">
                                          <p:stCondLst>
                                            <p:cond delay="0"/>
                                          </p:stCondLst>
                                        </p:cTn>
                                        <p:tgtEl>
                                          <p:spTgt spid="2097158"/>
                                        </p:tgtEl>
                                        <p:attrNameLst>
                                          <p:attrName>style.visibility</p:attrName>
                                        </p:attrNameLst>
                                      </p:cBhvr>
                                      <p:to>
                                        <p:strVal val="visible"/>
                                      </p:to>
                                    </p:set>
                                    <p:anim calcmode="lin" valueType="num">
                                      <p:cBhvr>
                                        <p:cTn dur="500" fill="hold" id="7"/>
                                        <p:tgtEl>
                                          <p:spTgt spid="2097158"/>
                                        </p:tgtEl>
                                        <p:attrNameLst>
                                          <p:attrName>ppt_w</p:attrName>
                                        </p:attrNameLst>
                                      </p:cBhvr>
                                      <p:tavLst>
                                        <p:tav tm="0">
                                          <p:val>
                                            <p:fltVal val="0.0"/>
                                          </p:val>
                                        </p:tav>
                                        <p:tav tm="100000">
                                          <p:val>
                                            <p:strVal val="#ppt_w"/>
                                          </p:val>
                                        </p:tav>
                                      </p:tavLst>
                                    </p:anim>
                                    <p:anim calcmode="lin" valueType="num">
                                      <p:cBhvr>
                                        <p:cTn dur="500" fill="hold" id="8"/>
                                        <p:tgtEl>
                                          <p:spTgt spid="2097158"/>
                                        </p:tgtEl>
                                        <p:attrNameLst>
                                          <p:attrName>ppt_h</p:attrName>
                                        </p:attrNameLst>
                                      </p:cBhvr>
                                      <p:tavLst>
                                        <p:tav tm="0">
                                          <p:val>
                                            <p:fltVal val="0.0"/>
                                          </p:val>
                                        </p:tav>
                                        <p:tav tm="100000">
                                          <p:val>
                                            <p:strVal val="#ppt_h"/>
                                          </p:val>
                                        </p:tav>
                                      </p:tavLst>
                                    </p:anim>
                                    <p:animEffect transition="in" filter="fade">
                                      <p:cBhvr>
                                        <p:cTn dur="500" id="9"/>
                                        <p:tgtEl>
                                          <p:spTgt spid="2097158"/>
                                        </p:tgtEl>
                                      </p:cBhvr>
                                    </p:animEffect>
                                  </p:childTnLst>
                                </p:cTn>
                              </p:par>
                            </p:childTnLst>
                          </p:cTn>
                        </p:par>
                      </p:childTnLst>
                    </p:cTn>
                  </p:par>
                  <p:par>
                    <p:cTn fill="hold" id="10">
                      <p:stCondLst>
                        <p:cond delay="indefinite"/>
                      </p:stCondLst>
                      <p:childTnLst>
                        <p:par>
                          <p:cTn fill="hold" id="11">
                            <p:stCondLst>
                              <p:cond delay="0"/>
                            </p:stCondLst>
                            <p:childTnLst>
                              <p:par>
                                <p:cTn fill="hold" id="12" nodeType="clickEffect" presetClass="entr" presetID="45" presetSubtype="0">
                                  <p:stCondLst>
                                    <p:cond delay="0"/>
                                  </p:stCondLst>
                                  <p:childTnLst>
                                    <p:set>
                                      <p:cBhvr>
                                        <p:cTn dur="1" fill="hold" id="13">
                                          <p:stCondLst>
                                            <p:cond delay="0"/>
                                          </p:stCondLst>
                                        </p:cTn>
                                        <p:tgtEl>
                                          <p:spTgt spid="2097157"/>
                                        </p:tgtEl>
                                        <p:attrNameLst>
                                          <p:attrName>style.visibility</p:attrName>
                                        </p:attrNameLst>
                                      </p:cBhvr>
                                      <p:to>
                                        <p:strVal val="visible"/>
                                      </p:to>
                                    </p:set>
                                    <p:animEffect transition="in" filter="fade">
                                      <p:cBhvr>
                                        <p:cTn dur="2000" id="14"/>
                                        <p:tgtEl>
                                          <p:spTgt spid="2097157"/>
                                        </p:tgtEl>
                                      </p:cBhvr>
                                    </p:animEffect>
                                    <p:anim calcmode="lin" valueType="num">
                                      <p:cBhvr>
                                        <p:cTn dur="2000" fill="hold" id="15"/>
                                        <p:tgtEl>
                                          <p:spTgt spid="2097157"/>
                                        </p:tgtEl>
                                        <p:attrNameLst>
                                          <p:attrName>ppt_w</p:attrName>
                                        </p:attrNameLst>
                                      </p:cBhvr>
                                      <p:tavLst>
                                        <p:tav fmla="#ppt_w*sin(2.5*pi*$)" tm="0">
                                          <p:val>
                                            <p:fltVal val="0.0"/>
                                          </p:val>
                                        </p:tav>
                                        <p:tav tm="100000">
                                          <p:val>
                                            <p:fltVal val="1.0"/>
                                          </p:val>
                                        </p:tav>
                                      </p:tavLst>
                                    </p:anim>
                                    <p:anim calcmode="lin" valueType="num">
                                      <p:cBhvr>
                                        <p:cTn dur="2000" fill="hold" id="16"/>
                                        <p:tgtEl>
                                          <p:spTgt spid="2097157"/>
                                        </p:tgtEl>
                                        <p:attrNameLst>
                                          <p:attrName>ppt_h</p:attrName>
                                        </p:attrNameLst>
                                      </p:cBhvr>
                                      <p:tavLst>
                                        <p:tav tm="0">
                                          <p:val>
                                            <p:strVal val="#ppt_h"/>
                                          </p:val>
                                        </p:tav>
                                        <p:tav tm="100000">
                                          <p:val>
                                            <p:strVal val="#ppt_h"/>
                                          </p:val>
                                        </p:tav>
                                      </p:tavLst>
                                    </p:anim>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45" presetSubtype="0">
                                  <p:stCondLst>
                                    <p:cond delay="0"/>
                                  </p:stCondLst>
                                  <p:childTnLst>
                                    <p:set>
                                      <p:cBhvr>
                                        <p:cTn dur="1" fill="hold" id="20">
                                          <p:stCondLst>
                                            <p:cond delay="0"/>
                                          </p:stCondLst>
                                        </p:cTn>
                                        <p:tgtEl>
                                          <p:spTgt spid="2097156"/>
                                        </p:tgtEl>
                                        <p:attrNameLst>
                                          <p:attrName>style.visibility</p:attrName>
                                        </p:attrNameLst>
                                      </p:cBhvr>
                                      <p:to>
                                        <p:strVal val="visible"/>
                                      </p:to>
                                    </p:set>
                                    <p:animEffect transition="in" filter="fade">
                                      <p:cBhvr>
                                        <p:cTn dur="2000" id="21"/>
                                        <p:tgtEl>
                                          <p:spTgt spid="2097156"/>
                                        </p:tgtEl>
                                      </p:cBhvr>
                                    </p:animEffect>
                                    <p:anim calcmode="lin" valueType="num">
                                      <p:cBhvr>
                                        <p:cTn dur="2000" fill="hold" id="22"/>
                                        <p:tgtEl>
                                          <p:spTgt spid="2097156"/>
                                        </p:tgtEl>
                                        <p:attrNameLst>
                                          <p:attrName>ppt_w</p:attrName>
                                        </p:attrNameLst>
                                      </p:cBhvr>
                                      <p:tavLst>
                                        <p:tav fmla="#ppt_w*sin(2.5*pi*$)" tm="0">
                                          <p:val>
                                            <p:fltVal val="0.0"/>
                                          </p:val>
                                        </p:tav>
                                        <p:tav tm="100000">
                                          <p:val>
                                            <p:fltVal val="1.0"/>
                                          </p:val>
                                        </p:tav>
                                      </p:tavLst>
                                    </p:anim>
                                    <p:anim calcmode="lin" valueType="num">
                                      <p:cBhvr>
                                        <p:cTn dur="2000" fill="hold" id="23"/>
                                        <p:tgtEl>
                                          <p:spTgt spid="2097156"/>
                                        </p:tgtEl>
                                        <p:attrNameLst>
                                          <p:attrName>ppt_h</p:attrName>
                                        </p:attrNameLst>
                                      </p:cBhvr>
                                      <p:tavLst>
                                        <p:tav tm="0">
                                          <p:val>
                                            <p:strVal val="#ppt_h"/>
                                          </p:val>
                                        </p:tav>
                                        <p:tav tm="100000">
                                          <p:val>
                                            <p:strVal val="#ppt_h"/>
                                          </p:val>
                                        </p:tav>
                                      </p:tavLst>
                                    </p:anim>
                                  </p:childTnLst>
                                </p:cTn>
                              </p:par>
                            </p:childTnLst>
                          </p:cTn>
                        </p:par>
                      </p:childTnLst>
                    </p:cTn>
                  </p:par>
                  <p:par>
                    <p:cTn fill="hold" id="24">
                      <p:stCondLst>
                        <p:cond delay="indefinite"/>
                      </p:stCondLst>
                      <p:childTnLst>
                        <p:par>
                          <p:cTn fill="hold" id="25">
                            <p:stCondLst>
                              <p:cond delay="0"/>
                            </p:stCondLst>
                            <p:childTnLst>
                              <p:par>
                                <p:cTn fill="hold" id="26" nodeType="clickEffect" presetClass="entr" presetID="26" presetSubtype="0">
                                  <p:stCondLst>
                                    <p:cond delay="0"/>
                                  </p:stCondLst>
                                  <p:childTnLst>
                                    <p:set>
                                      <p:cBhvr>
                                        <p:cTn dur="1" fill="hold" id="27">
                                          <p:stCondLst>
                                            <p:cond delay="0"/>
                                          </p:stCondLst>
                                        </p:cTn>
                                        <p:tgtEl>
                                          <p:spTgt spid="2097155"/>
                                        </p:tgtEl>
                                        <p:attrNameLst>
                                          <p:attrName>style.visibility</p:attrName>
                                        </p:attrNameLst>
                                      </p:cBhvr>
                                      <p:to>
                                        <p:strVal val="visible"/>
                                      </p:to>
                                    </p:set>
                                    <p:animEffect transition="in" filter="wipe(down)">
                                      <p:cBhvr>
                                        <p:cTn dur="580" id="28">
                                          <p:stCondLst>
                                            <p:cond delay="0"/>
                                          </p:stCondLst>
                                        </p:cTn>
                                        <p:tgtEl>
                                          <p:spTgt spid="2097155"/>
                                        </p:tgtEl>
                                      </p:cBhvr>
                                    </p:animEffect>
                                    <p:anim calcmode="lin" valueType="num">
                                      <p:cBhvr>
                                        <p:cTn dur="1822" id="29" tmFilter="0,0; 0.14,0.36; 0.43,0.73; 0.71,0.91; 1.0,1.0">
                                          <p:stCondLst>
                                            <p:cond delay="0"/>
                                          </p:stCondLst>
                                        </p:cTn>
                                        <p:tgtEl>
                                          <p:spTgt spid="2097155"/>
                                        </p:tgtEl>
                                        <p:attrNameLst>
                                          <p:attrName>ppt_x</p:attrName>
                                        </p:attrNameLst>
                                      </p:cBhvr>
                                      <p:tavLst>
                                        <p:tav tm="0">
                                          <p:val>
                                            <p:strVal val="#ppt_x-0.25"/>
                                          </p:val>
                                        </p:tav>
                                        <p:tav tm="100000">
                                          <p:val>
                                            <p:strVal val="#ppt_x"/>
                                          </p:val>
                                        </p:tav>
                                      </p:tavLst>
                                    </p:anim>
                                    <p:anim calcmode="lin" valueType="num">
                                      <p:cBhvr>
                                        <p:cTn dur="664" id="30" tmFilter="0.0,0.0; 0.25,0.07; 0.50,0.2; 0.75,0.467; 1.0,1.0">
                                          <p:stCondLst>
                                            <p:cond delay="0"/>
                                          </p:stCondLst>
                                        </p:cTn>
                                        <p:tgtEl>
                                          <p:spTgt spid="2097155"/>
                                        </p:tgtEl>
                                        <p:attrNameLst>
                                          <p:attrName>ppt_y</p:attrName>
                                        </p:attrNameLst>
                                      </p:cBhvr>
                                      <p:tavLst>
                                        <p:tav fmla="#ppt_y-sin(pi*$)/3" tm="0">
                                          <p:val>
                                            <p:fltVal val="0.5"/>
                                          </p:val>
                                        </p:tav>
                                        <p:tav tm="100000">
                                          <p:val>
                                            <p:fltVal val="1.0"/>
                                          </p:val>
                                        </p:tav>
                                      </p:tavLst>
                                    </p:anim>
                                    <p:anim calcmode="lin" valueType="num">
                                      <p:cBhvr>
                                        <p:cTn dur="664" id="31" tmFilter="0, 0; 0.125,0.2665; 0.25,0.4; 0.375,0.465; 0.5,0.5;  0.625,0.535; 0.75,0.6; 0.875,0.7335; 1,1">
                                          <p:stCondLst>
                                            <p:cond delay="664"/>
                                          </p:stCondLst>
                                        </p:cTn>
                                        <p:tgtEl>
                                          <p:spTgt spid="2097155"/>
                                        </p:tgtEl>
                                        <p:attrNameLst>
                                          <p:attrName>ppt_y</p:attrName>
                                        </p:attrNameLst>
                                      </p:cBhvr>
                                      <p:tavLst>
                                        <p:tav fmla="#ppt_y-sin(pi*$)/9" tm="0">
                                          <p:val>
                                            <p:fltVal val="0.0"/>
                                          </p:val>
                                        </p:tav>
                                        <p:tav tm="100000">
                                          <p:val>
                                            <p:fltVal val="1.0"/>
                                          </p:val>
                                        </p:tav>
                                      </p:tavLst>
                                    </p:anim>
                                    <p:anim calcmode="lin" valueType="num">
                                      <p:cBhvr>
                                        <p:cTn dur="332" id="32" tmFilter="0, 0; 0.125,0.2665; 0.25,0.4; 0.375,0.465; 0.5,0.5;  0.625,0.535; 0.75,0.6; 0.875,0.7335; 1,1">
                                          <p:stCondLst>
                                            <p:cond delay="1324"/>
                                          </p:stCondLst>
                                        </p:cTn>
                                        <p:tgtEl>
                                          <p:spTgt spid="2097155"/>
                                        </p:tgtEl>
                                        <p:attrNameLst>
                                          <p:attrName>ppt_y</p:attrName>
                                        </p:attrNameLst>
                                      </p:cBhvr>
                                      <p:tavLst>
                                        <p:tav fmla="#ppt_y-sin(pi*$)/27" tm="0">
                                          <p:val>
                                            <p:fltVal val="0.0"/>
                                          </p:val>
                                        </p:tav>
                                        <p:tav tm="100000">
                                          <p:val>
                                            <p:fltVal val="1.0"/>
                                          </p:val>
                                        </p:tav>
                                      </p:tavLst>
                                    </p:anim>
                                    <p:anim calcmode="lin" valueType="num">
                                      <p:cBhvr>
                                        <p:cTn dur="164" id="33" tmFilter="0, 0; 0.125,0.2665; 0.25,0.4; 0.375,0.465; 0.5,0.5;  0.625,0.535; 0.75,0.6; 0.875,0.7335; 1,1">
                                          <p:stCondLst>
                                            <p:cond delay="1656"/>
                                          </p:stCondLst>
                                        </p:cTn>
                                        <p:tgtEl>
                                          <p:spTgt spid="2097155"/>
                                        </p:tgtEl>
                                        <p:attrNameLst>
                                          <p:attrName>ppt_y</p:attrName>
                                        </p:attrNameLst>
                                      </p:cBhvr>
                                      <p:tavLst>
                                        <p:tav fmla="#ppt_y-sin(pi*$)/81" tm="0">
                                          <p:val>
                                            <p:fltVal val="0.0"/>
                                          </p:val>
                                        </p:tav>
                                        <p:tav tm="100000">
                                          <p:val>
                                            <p:fltVal val="1.0"/>
                                          </p:val>
                                        </p:tav>
                                      </p:tavLst>
                                    </p:anim>
                                    <p:animScale>
                                      <p:cBhvr>
                                        <p:cTn dur="26" id="34">
                                          <p:stCondLst>
                                            <p:cond delay="650"/>
                                          </p:stCondLst>
                                        </p:cTn>
                                        <p:tgtEl>
                                          <p:spTgt spid="2097155"/>
                                        </p:tgtEl>
                                      </p:cBhvr>
                                      <p:to x="100000" y="60000"/>
                                    </p:animScale>
                                    <p:animScale>
                                      <p:cBhvr>
                                        <p:cTn accel="0" decel="50000" dur="166" id="35">
                                          <p:stCondLst>
                                            <p:cond delay="676"/>
                                          </p:stCondLst>
                                        </p:cTn>
                                        <p:tgtEl>
                                          <p:spTgt spid="2097155"/>
                                        </p:tgtEl>
                                      </p:cBhvr>
                                      <p:to x="100000" y="100000"/>
                                    </p:animScale>
                                    <p:animScale>
                                      <p:cBhvr>
                                        <p:cTn dur="26" id="36">
                                          <p:stCondLst>
                                            <p:cond delay="1312"/>
                                          </p:stCondLst>
                                        </p:cTn>
                                        <p:tgtEl>
                                          <p:spTgt spid="2097155"/>
                                        </p:tgtEl>
                                      </p:cBhvr>
                                      <p:to x="100000" y="80000"/>
                                    </p:animScale>
                                    <p:animScale>
                                      <p:cBhvr>
                                        <p:cTn accel="0" decel="50000" dur="166" id="37">
                                          <p:stCondLst>
                                            <p:cond delay="1338"/>
                                          </p:stCondLst>
                                        </p:cTn>
                                        <p:tgtEl>
                                          <p:spTgt spid="2097155"/>
                                        </p:tgtEl>
                                      </p:cBhvr>
                                      <p:to x="100000" y="100000"/>
                                    </p:animScale>
                                    <p:animScale>
                                      <p:cBhvr>
                                        <p:cTn dur="26" id="38">
                                          <p:stCondLst>
                                            <p:cond delay="1642"/>
                                          </p:stCondLst>
                                        </p:cTn>
                                        <p:tgtEl>
                                          <p:spTgt spid="2097155"/>
                                        </p:tgtEl>
                                      </p:cBhvr>
                                      <p:to x="100000" y="90000"/>
                                    </p:animScale>
                                    <p:animScale>
                                      <p:cBhvr>
                                        <p:cTn accel="0" decel="50000" dur="166" id="39">
                                          <p:stCondLst>
                                            <p:cond delay="1668"/>
                                          </p:stCondLst>
                                        </p:cTn>
                                        <p:tgtEl>
                                          <p:spTgt spid="2097155"/>
                                        </p:tgtEl>
                                      </p:cBhvr>
                                      <p:to x="100000" y="100000"/>
                                    </p:animScale>
                                    <p:animScale>
                                      <p:cBhvr>
                                        <p:cTn dur="26" id="40">
                                          <p:stCondLst>
                                            <p:cond delay="1808"/>
                                          </p:stCondLst>
                                        </p:cTn>
                                        <p:tgtEl>
                                          <p:spTgt spid="2097155"/>
                                        </p:tgtEl>
                                      </p:cBhvr>
                                      <p:to x="100000" y="95000"/>
                                    </p:animScale>
                                    <p:animScale>
                                      <p:cBhvr>
                                        <p:cTn accel="0" decel="50000" dur="166" id="41">
                                          <p:stCondLst>
                                            <p:cond delay="1834"/>
                                          </p:stCondLst>
                                        </p:cTn>
                                        <p:tgtEl>
                                          <p:spTgt spid="2097155"/>
                                        </p:tgtEl>
                                      </p:cBhvr>
                                      <p:to x="100000" y="100000"/>
                                    </p:animScale>
                                  </p:childTnLst>
                                </p:cTn>
                              </p:par>
                            </p:childTnLst>
                          </p:cTn>
                        </p:par>
                      </p:childTnLst>
                    </p:cTn>
                  </p:par>
                  <p:par>
                    <p:cTn fill="hold" id="42">
                      <p:stCondLst>
                        <p:cond delay="indefinite"/>
                      </p:stCondLst>
                      <p:childTnLst>
                        <p:par>
                          <p:cTn fill="hold" id="43">
                            <p:stCondLst>
                              <p:cond delay="0"/>
                            </p:stCondLst>
                            <p:childTnLst>
                              <p:par>
                                <p:cTn fill="hold" id="44" nodeType="clickEffect" presetClass="entr" presetID="53" presetSubtype="16">
                                  <p:stCondLst>
                                    <p:cond delay="0"/>
                                  </p:stCondLst>
                                  <p:childTnLst>
                                    <p:set>
                                      <p:cBhvr>
                                        <p:cTn dur="1" fill="hold" id="45">
                                          <p:stCondLst>
                                            <p:cond delay="0"/>
                                          </p:stCondLst>
                                        </p:cTn>
                                        <p:tgtEl>
                                          <p:spTgt spid="2097154"/>
                                        </p:tgtEl>
                                        <p:attrNameLst>
                                          <p:attrName>style.visibility</p:attrName>
                                        </p:attrNameLst>
                                      </p:cBhvr>
                                      <p:to>
                                        <p:strVal val="visible"/>
                                      </p:to>
                                    </p:set>
                                    <p:anim calcmode="lin" valueType="num">
                                      <p:cBhvr>
                                        <p:cTn dur="500" fill="hold" id="46"/>
                                        <p:tgtEl>
                                          <p:spTgt spid="2097154"/>
                                        </p:tgtEl>
                                        <p:attrNameLst>
                                          <p:attrName>ppt_w</p:attrName>
                                        </p:attrNameLst>
                                      </p:cBhvr>
                                      <p:tavLst>
                                        <p:tav tm="0">
                                          <p:val>
                                            <p:fltVal val="0.0"/>
                                          </p:val>
                                        </p:tav>
                                        <p:tav tm="100000">
                                          <p:val>
                                            <p:strVal val="#ppt_w"/>
                                          </p:val>
                                        </p:tav>
                                      </p:tavLst>
                                    </p:anim>
                                    <p:anim calcmode="lin" valueType="num">
                                      <p:cBhvr>
                                        <p:cTn dur="500" fill="hold" id="47"/>
                                        <p:tgtEl>
                                          <p:spTgt spid="2097154"/>
                                        </p:tgtEl>
                                        <p:attrNameLst>
                                          <p:attrName>ppt_h</p:attrName>
                                        </p:attrNameLst>
                                      </p:cBhvr>
                                      <p:tavLst>
                                        <p:tav tm="0">
                                          <p:val>
                                            <p:fltVal val="0.0"/>
                                          </p:val>
                                        </p:tav>
                                        <p:tav tm="100000">
                                          <p:val>
                                            <p:strVal val="#ppt_h"/>
                                          </p:val>
                                        </p:tav>
                                      </p:tavLst>
                                    </p:anim>
                                    <p:animEffect transition="in" filter="fade">
                                      <p:cBhvr>
                                        <p:cTn dur="500" id="48"/>
                                        <p:tgtEl>
                                          <p:spTgt spid="2097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1" showMasterSp="1">
  <p:cSld>
    <p:spTree>
      <p:nvGrpSpPr>
        <p:cNvPr id="53" name=""/>
        <p:cNvGrpSpPr/>
        <p:nvPr/>
      </p:nvGrpSpPr>
      <p:grpSpPr>
        <a:xfrm rot="0">
          <a:off x="0" y="0"/>
          <a:ext cx="0" cy="0"/>
          <a:chOff x="0" y="0"/>
          <a:chExt cx="0" cy="0"/>
        </a:xfrm>
      </p:grpSpPr>
      <p:sp>
        <p:nvSpPr>
          <p:cNvPr id="1048730" name="Espace réservé du contenu 2"/>
          <p:cNvSpPr/>
          <p:nvPr>
            <p:ph sz="full" idx="1"/>
          </p:nvPr>
        </p:nvSpPr>
        <p:spPr>
          <a:xfrm rot="0">
            <a:off x="342900" y="868362"/>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0">
              <a:buFontTx/>
              <a:buNone/>
            </a:pPr>
            <a:r>
              <a:rPr altLang="en-US" sz="1600" lang="en-US">
                <a:latin typeface="Bell MT" pitchFamily="18" charset="0"/>
              </a:rPr>
              <a:t>1. Réussites</a:t>
            </a:r>
          </a:p>
          <a:p>
            <a:pPr indent="0" lvl="0" marL="0">
              <a:buFont typeface="Wingdings" pitchFamily="2" charset="2"/>
              <a:buChar char="v"/>
            </a:pPr>
            <a:r>
              <a:rPr altLang="en-US" sz="1400" lang="en-US">
                <a:latin typeface="Bell MT" pitchFamily="18" charset="0"/>
              </a:rPr>
              <a:t>Validation du </a:t>
            </a:r>
            <a:r>
              <a:rPr altLang="en-US" sz="1400" lang="en-US">
                <a:latin typeface="Bell MT" pitchFamily="18" charset="0"/>
              </a:rPr>
              <a:t>concept de Haute Disponibilité : Le projet a réussi à démontrer qu'en cas de corruption de données sur le serveur principal, une copie exacte est disponible sur le serveur auxiliaire.</a:t>
            </a:r>
          </a:p>
          <a:p>
            <a:pPr indent="0" lvl="0" marL="0">
              <a:buFont typeface="Wingdings" pitchFamily="2" charset="2"/>
              <a:buChar char="v"/>
            </a:pPr>
            <a:r>
              <a:rPr altLang="en-US" sz="1400" lang="en-US">
                <a:latin typeface="Bell MT" pitchFamily="18" charset="0"/>
              </a:rPr>
              <a:t>​Maîtrise de l'environnement SGBD : Le passage de l'installation théorique à la configuration pratique de MySQL/MariaDB montre une réelle appropriation des outils d'administration système.</a:t>
            </a:r>
          </a:p>
          <a:p>
            <a:pPr indent="0" lvl="0" marL="0">
              <a:buFont typeface="Wingdings" pitchFamily="2" charset="2"/>
              <a:buChar char="v"/>
            </a:pPr>
            <a:r>
              <a:rPr altLang="en-US" sz="1400" lang="en-US">
                <a:latin typeface="Bell MT" pitchFamily="18" charset="0"/>
              </a:rPr>
              <a:t>​Approche Expérimentale : La réalisation de tests concrets (ajouts/suppressions) prouve que le système n'est pas seulement installé, mais qu'il est fonctionnel et surveillé</a:t>
            </a:r>
            <a:r>
              <a:rPr altLang="en-US" sz="1400" lang="en-US">
                <a:latin typeface="Bell MT" pitchFamily="18" charset="0"/>
              </a:rPr>
              <a:t>.</a:t>
            </a:r>
          </a:p>
          <a:p>
            <a:pPr indent="0" lvl="0" marL="0">
              <a:buFontTx/>
              <a:buNone/>
            </a:pPr>
            <a:endParaRPr altLang="en-US" sz="1400" lang="en-US">
              <a:latin typeface="Bell MT" pitchFamily="18" charset="0"/>
            </a:endParaRPr>
          </a:p>
          <a:p>
            <a:pPr indent="0" lvl="0" marL="0">
              <a:buFontTx/>
              <a:buNone/>
            </a:pPr>
            <a:r>
              <a:rPr altLang="en-US" sz="1400" lang="en-US">
                <a:latin typeface="Bell MT" pitchFamily="18" charset="0"/>
              </a:rPr>
              <a:t>2.   Points Faibles</a:t>
            </a:r>
          </a:p>
          <a:p>
            <a:pPr indent="0" lvl="0" marL="0">
              <a:buFont typeface="Wingdings" pitchFamily="2" charset="2"/>
              <a:buChar char="v"/>
            </a:pPr>
            <a:r>
              <a:rPr altLang="en-US" sz="1400" lang="en-US">
                <a:latin typeface="Bell MT" pitchFamily="18" charset="0"/>
              </a:rPr>
              <a:t> </a:t>
            </a:r>
            <a:r>
              <a:rPr altLang="en-US" sz="1400" lang="en-US">
                <a:latin typeface="Bell MT" pitchFamily="18" charset="0"/>
              </a:rPr>
              <a:t>Réplication Unidirectionnelle </a:t>
            </a:r>
            <a:r>
              <a:rPr altLang="en-US" sz="1400" lang="en-US">
                <a:latin typeface="Bell MT" pitchFamily="18" charset="0"/>
              </a:rPr>
              <a:t>: Si le projet utilise une architecture de type "Maître-Esclave" (Master-Slave), le serveur de secours est souvent en lecture seule. Si le maître tombe, le passage manuel en mode écriture sur le secours peut représenter un délai (temps d'arrêt).</a:t>
            </a:r>
          </a:p>
          <a:p>
            <a:pPr indent="0" lvl="0" marL="0">
              <a:buFont typeface="Wingdings" pitchFamily="2" charset="2"/>
              <a:buChar char="v"/>
            </a:pPr>
            <a:r>
              <a:rPr altLang="en-US" sz="1400" lang="en-US">
                <a:latin typeface="Bell MT" pitchFamily="18" charset="0"/>
              </a:rPr>
              <a:t>​Dépendance au Réseau : La réplication repose entièrement sur la stabilité de la connexion entre les deux PC. Une coupure réseau locale interrompt la synchronisation immédiate.</a:t>
            </a:r>
          </a:p>
          <a:p>
            <a:pPr indent="0" lvl="0" marL="0">
              <a:buFont typeface="Wingdings" pitchFamily="2" charset="2"/>
              <a:buChar char="v"/>
            </a:pPr>
            <a:r>
              <a:rPr altLang="en-US" sz="1400" lang="en-US">
                <a:latin typeface="Bell MT" pitchFamily="18" charset="0"/>
              </a:rPr>
              <a:t>​Sécurité des Flux : Dans le cadre d'un cours de SE, on se concentre souvent sur la fonctionnalité. Cependant, sans chiffrement (SSL/TLS) entre les deux serveurs, les données circulant sur le réseau pourraient être vulnérables à une interception</a:t>
            </a:r>
            <a:r>
              <a:rPr altLang="en-US" sz="1400" lang="en-US">
                <a:latin typeface="Bell MT" pitchFamily="18" charset="0"/>
              </a:rPr>
              <a:t>.</a:t>
            </a:r>
          </a:p>
          <a:p>
            <a:pPr indent="0" lvl="0" marL="0">
              <a:buFontTx/>
              <a:buNone/>
            </a:pPr>
            <a:r>
              <a:rPr altLang="en-US" sz="1400" lang="en-US">
                <a:latin typeface="Bell MT" pitchFamily="18" charset="0"/>
              </a:rPr>
              <a:t>3.​ </a:t>
            </a:r>
            <a:r>
              <a:rPr altLang="en-US" sz="1400" lang="en-US">
                <a:latin typeface="Bell MT" pitchFamily="18" charset="0"/>
              </a:rPr>
              <a:t>Difficultés Rencontrées</a:t>
            </a:r>
          </a:p>
          <a:p>
            <a:pPr indent="0" lvl="0" marL="0">
              <a:buFontTx/>
              <a:buNone/>
            </a:pPr>
            <a:r>
              <a:rPr altLang="en-US" sz="1400" lang="en-US">
                <a:latin typeface="Bell MT" pitchFamily="18" charset="0"/>
              </a:rPr>
              <a:t>​- Gestion </a:t>
            </a:r>
            <a:r>
              <a:rPr altLang="en-US" sz="1400" lang="en-US">
                <a:latin typeface="Bell MT" pitchFamily="18" charset="0"/>
              </a:rPr>
              <a:t>des Autorisations : La configuration des privilèges d'accès pour l'utilisateur dédié à la réplication est souvent une étape complexe où les erreurs de syntaxe ou de droits ("GRANT REPLICATION SLAVE") sont fréquentes.</a:t>
            </a:r>
          </a:p>
          <a:p>
            <a:pPr indent="0" lvl="0" marL="0">
              <a:buFontTx/>
              <a:buNone/>
            </a:pPr>
            <a:r>
              <a:rPr altLang="en-US" sz="1400" lang="en-US">
                <a:latin typeface="Bell MT" pitchFamily="18" charset="0"/>
              </a:rPr>
              <a:t>​Divergence de Versions : Travailler sur deux PC différents peut parfois poser des problèmes si les versions de MariaDB ou les configurations système (pare-feu/Firewall) ne sont pas strictement identiques</a:t>
            </a:r>
            <a:r>
              <a:rPr altLang="en-US" sz="1400" lang="en-US">
                <a:latin typeface="Bell MT" pitchFamily="18" charset="0"/>
              </a:rPr>
              <a:t>.</a:t>
            </a:r>
          </a:p>
          <a:p>
            <a:pPr indent="0" lvl="0" marL="0">
              <a:buFontTx/>
              <a:buNone/>
            </a:pPr>
            <a:r>
              <a:rPr altLang="en-US" sz="1400" lang="en-US">
                <a:latin typeface="Bell MT" pitchFamily="18" charset="0"/>
              </a:rPr>
              <a:t>4</a:t>
            </a:r>
            <a:r>
              <a:rPr altLang="en-US" sz="1400" lang="en-US">
                <a:latin typeface="Bell MT" pitchFamily="18" charset="0"/>
              </a:rPr>
              <a:t>. Perspectives d'Amélioration (Pistes de réflexion)</a:t>
            </a:r>
          </a:p>
          <a:p>
            <a:pPr indent="0" lvl="0" marL="0">
              <a:buFontTx/>
              <a:buNone/>
            </a:pPr>
            <a:r>
              <a:rPr altLang="en-US" sz="1400" lang="en-US">
                <a:latin typeface="Bell MT" pitchFamily="18" charset="0"/>
              </a:rPr>
              <a:t>​Réplication </a:t>
            </a:r>
            <a:r>
              <a:rPr altLang="en-US" sz="1400" lang="en-US">
                <a:latin typeface="Bell MT" pitchFamily="18" charset="0"/>
              </a:rPr>
              <a:t>Multi-Maîtres : Explorer une configuration où chaque serveur peut lire et écrire, synchronisant les modifications dans les deux </a:t>
            </a:r>
            <a:r>
              <a:rPr altLang="en-US" sz="1400" lang="en-US">
                <a:latin typeface="Bell MT" pitchFamily="18" charset="0"/>
              </a:rPr>
              <a:t>sens.</a:t>
            </a:r>
          </a:p>
          <a:p>
            <a:pPr indent="0" lvl="0" marL="0">
              <a:buFontTx/>
              <a:buNone/>
            </a:pPr>
            <a:r>
              <a:rPr altLang="en-US" sz="1400" lang="en-US">
                <a:latin typeface="Bell MT" pitchFamily="18" charset="0"/>
              </a:rPr>
              <a:t>​Conteneurisation : Tester le déploiement via Docker pour simplifier la gestion des environnements et éviter les problèmes de compatibilité entre les machines physique</a:t>
            </a:r>
            <a:r>
              <a:rPr altLang="fr-FR" sz="1400" lang="fr-FR"/>
              <a:t> </a:t>
            </a:r>
          </a:p>
        </p:txBody>
      </p:sp>
      <p:sp>
        <p:nvSpPr>
          <p:cNvPr id="1048731"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Analyse Critique</a:t>
            </a:r>
          </a:p>
        </p:txBody>
      </p:sp>
    </p:spTree>
  </p:cSld>
  <p:clrMapOvr>
    <a:masterClrMapping/>
  </p:clrMapOvr>
  <p:transition spd="slow" advClick="1">
    <p:wipe dir="l"/>
  </p:transition>
  <p:timing/>
</p:sld>
</file>

<file path=ppt/slides/slide11.xml><?xml version="1.0" encoding="utf-8"?>
<p:sld xmlns:a="http://schemas.openxmlformats.org/drawingml/2006/main" xmlns:r="http://schemas.openxmlformats.org/officeDocument/2006/relationships" xmlns:p="http://schemas.openxmlformats.org/presentationml/2006/main" show="1" showMasterSp="1">
  <p:cSld>
    <p:spTree>
      <p:nvGrpSpPr>
        <p:cNvPr id="54" name=""/>
        <p:cNvGrpSpPr/>
        <p:nvPr/>
      </p:nvGrpSpPr>
      <p:grpSpPr>
        <a:xfrm rot="0">
          <a:off x="0" y="0"/>
          <a:ext cx="0" cy="0"/>
          <a:chOff x="0" y="0"/>
          <a:chExt cx="0" cy="0"/>
        </a:xfrm>
      </p:grpSpPr>
      <p:sp>
        <p:nvSpPr>
          <p:cNvPr id="1048732" name="Espace réservé du contenu 2"/>
          <p:cNvSpPr/>
          <p:nvPr>
            <p:ph sz="full" idx="1"/>
          </p:nvPr>
        </p:nvSpPr>
        <p:spPr>
          <a:xfrm rot="0">
            <a:off x="342900" y="2133600"/>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indent="0" lvl="0" marL="0">
              <a:buFontTx/>
              <a:buNone/>
            </a:pPr>
            <a:r>
              <a:rPr altLang="en-US" sz="2400" lang="en-US">
                <a:latin typeface="Bell MT" pitchFamily="18" charset="0"/>
                <a:ea typeface="Noto Serif CJK SC" pitchFamily="0" charset="1"/>
              </a:rPr>
              <a:t>                                En </a:t>
            </a:r>
            <a:r>
              <a:rPr altLang="en-US" sz="2400" lang="en-US">
                <a:latin typeface="Bell MT" pitchFamily="18" charset="0"/>
                <a:ea typeface="Noto Serif CJK SC" pitchFamily="0" charset="1"/>
              </a:rPr>
              <a:t>conclusion, nous avons constater que la réplication était belle et bien réalisable et l’importance du pare-feu est de nous garantir une connexion sécuriser entre le maître et ses esclaves. Nous avons appris a configurer un </a:t>
            </a:r>
            <a:r>
              <a:rPr altLang="en-US" sz="1800" lang="en-US">
                <a:latin typeface="Bell MT" pitchFamily="18" charset="0"/>
                <a:ea typeface="Noto Serif CJK SC" pitchFamily="0" charset="1"/>
              </a:rPr>
              <a:t>serveur</a:t>
            </a:r>
            <a:r>
              <a:rPr altLang="en-US" sz="2400" lang="en-US">
                <a:latin typeface="Bell MT" pitchFamily="18" charset="0"/>
                <a:ea typeface="Noto Serif CJK SC" pitchFamily="0" charset="1"/>
              </a:rPr>
              <a:t> de base de données et le déployer et en supplément en faire une copie tout cela en utilisant le terminal Ubuntu qui est le système d’exploitation que nous avons utilisé </a:t>
            </a:r>
            <a:r>
              <a:rPr altLang="en-US" sz="2400" lang="en-US">
                <a:latin typeface="Bell MT" pitchFamily="18" charset="0"/>
                <a:ea typeface="Noto Serif CJK SC" pitchFamily="0" charset="1"/>
              </a:rPr>
              <a:t>pour notre cours</a:t>
            </a:r>
            <a:r>
              <a:rPr altLang="en-US" sz="2400" lang="en-US">
                <a:latin typeface="Bell MT" pitchFamily="18" charset="0"/>
                <a:ea typeface="Noto Serif CJK SC" pitchFamily="0" charset="1"/>
              </a:rPr>
              <a:t>.</a:t>
            </a:r>
          </a:p>
          <a:p>
            <a:pPr indent="0" lvl="0" marL="0"/>
            <a:endParaRPr altLang="fr-FR" lang="fr-FR"/>
          </a:p>
        </p:txBody>
      </p:sp>
      <p:sp>
        <p:nvSpPr>
          <p:cNvPr id="1048733"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Conclusion</a:t>
            </a:r>
          </a:p>
        </p:txBody>
      </p:sp>
    </p:spTree>
  </p:cSld>
  <p:clrMapOvr>
    <a:masterClrMapping/>
  </p:clrMapOvr>
  <p:transition spd="slow" advClick="1">
    <p:circle/>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6" presetSubtype="16">
                                  <p:stCondLst>
                                    <p:cond delay="0"/>
                                  </p:stCondLst>
                                  <p:childTnLst>
                                    <p:set>
                                      <p:cBhvr>
                                        <p:cTn dur="1" fill="hold" id="6">
                                          <p:stCondLst>
                                            <p:cond delay="0"/>
                                          </p:stCondLst>
                                        </p:cTn>
                                        <p:tgtEl>
                                          <p:spTgt spid="1048732">
                                            <p:txEl>
                                              <p:charRg st="0" end="453"/>
                                            </p:txEl>
                                          </p:spTgt>
                                        </p:tgtEl>
                                        <p:attrNameLst>
                                          <p:attrName>style.visibility</p:attrName>
                                        </p:attrNameLst>
                                      </p:cBhvr>
                                      <p:to>
                                        <p:strVal val="visible"/>
                                      </p:to>
                                    </p:set>
                                    <p:animEffect transition="in" filter="circle(in)">
                                      <p:cBhvr>
                                        <p:cTn dur="2000" id="7"/>
                                        <p:tgtEl>
                                          <p:spTgt spid="1048732">
                                            <p:txEl>
                                              <p:charRg st="0" end="4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32" grpId="0" uiExpand="0" build="p" bldLvl="1"/>
    </p:bldLst>
  </p:timing>
</p:sld>
</file>

<file path=ppt/slides/slide12.xml><?xml version="1.0" encoding="utf-8"?>
<p:sld xmlns:a="http://schemas.openxmlformats.org/drawingml/2006/main" xmlns:r="http://schemas.openxmlformats.org/officeDocument/2006/relationships" xmlns:p="http://schemas.openxmlformats.org/presentationml/2006/main" show="1" showMasterSp="1">
  <p:cSld>
    <p:spTree>
      <p:nvGrpSpPr>
        <p:cNvPr id="55" name=""/>
        <p:cNvGrpSpPr/>
        <p:nvPr/>
      </p:nvGrpSpPr>
      <p:grpSpPr>
        <a:xfrm rot="0">
          <a:off x="0" y="0"/>
          <a:ext cx="0" cy="0"/>
          <a:chOff x="0" y="0"/>
          <a:chExt cx="0" cy="0"/>
        </a:xfrm>
      </p:grpSpPr>
      <p:sp>
        <p:nvSpPr>
          <p:cNvPr id="1048734" name="Espace réservé du contenu 2"/>
          <p:cNvSpPr/>
          <p:nvPr>
            <p:ph sz="full" idx="1"/>
          </p:nvPr>
        </p:nvSpPr>
        <p:spPr>
          <a:xfrm rot="0">
            <a:off x="342900" y="2133600"/>
            <a:ext cx="6172200" cy="59420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Verdana" pitchFamily="34" charset="0"/>
                <a:sym typeface="Verdana"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Verdana" pitchFamily="34" charset="0"/>
                <a:sym typeface="Verdana"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Verdana" pitchFamily="34" charset="0"/>
                <a:sym typeface="Verdana"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Verdana" pitchFamily="34" charset="0"/>
                <a:sym typeface="Verdana" pitchFamily="34" charset="0"/>
              </a:defRPr>
            </a:lvl5pPr>
          </a:lstStyle>
          <a:p>
            <a:pPr lvl="0">
              <a:buFont typeface="Wingdings" pitchFamily="2" charset="2"/>
              <a:buChar char="v"/>
            </a:pPr>
            <a:r>
              <a:rPr altLang="fr-FR" b="1" sz="1800" lang="fr-FR">
                <a:latin typeface="Bell MT" pitchFamily="18" charset="0"/>
              </a:rPr>
              <a:t>NOTES DU COURS: Cours de Système dexploitation</a:t>
            </a:r>
          </a:p>
          <a:p>
            <a:pPr lvl="0">
              <a:buFont typeface="Wingdings" pitchFamily="2" charset="2"/>
              <a:buChar char="v"/>
            </a:pPr>
            <a:r>
              <a:rPr altLang="fr-FR" b="1" sz="1800" lang="fr-FR">
                <a:latin typeface="Bell MT" pitchFamily="18" charset="0"/>
              </a:rPr>
              <a:t>Maria DB Foundation: maria DB replication</a:t>
            </a:r>
          </a:p>
        </p:txBody>
      </p:sp>
      <p:sp>
        <p:nvSpPr>
          <p:cNvPr id="1048735" name="Titre 1"/>
          <p:cNvSpPr/>
          <p:nvPr>
            <p:ph type="title" sz="full" idx="0"/>
          </p:nvPr>
        </p:nvSpPr>
        <p:spPr>
          <a:xfrm rot="0">
            <a:off x="331787" y="250825"/>
            <a:ext cx="6183312" cy="617537"/>
          </a:xfrm>
          <a:prstGeom prst="rect"/>
          <a:noFill/>
          <a:ln>
            <a:noFill/>
          </a:ln>
        </p:spPr>
        <p:txBody>
          <a:bodyPr anchor="b" bIns="45720" lIns="91440" rIns="91440" tIns="45720" vert="horz"/>
          <a:lstStyle>
            <a:lvl1pPr algn="ctr" eaLnBrk="0" fontAlgn="base" hangingPunct="0" indent="0" latinLnBrk="0" marL="0" rtl="0">
              <a:lnSpc>
                <a:spcPct val="90000"/>
              </a:lnSpc>
              <a:spcBef>
                <a:spcPct val="0"/>
              </a:spcBef>
              <a:spcAft>
                <a:spcPct val="0"/>
              </a:spcAft>
              <a:buFontTx/>
              <a:buNone/>
              <a:defRPr baseline="0" b="0" sz="4400" i="0" u="none">
                <a:solidFill>
                  <a:schemeClr val="lt2"/>
                </a:solidFill>
                <a:latin typeface="Verdana" pitchFamily="34" charset="0"/>
                <a:sym typeface="Verdana" pitchFamily="34" charset="0"/>
              </a:defRPr>
            </a:lvl1pPr>
          </a:lstStyle>
          <a:p>
            <a:pPr lvl="0"/>
            <a:r>
              <a:rPr altLang="en-US" sz="2800" lang="en-US">
                <a:solidFill>
                  <a:srgbClr val="0070C0"/>
                </a:solidFill>
                <a:effectLst>
                  <a:outerShdw algn="tl" blurRad="38100" dir="2700000" dist="38100">
                    <a:srgbClr val="C0C0C0"/>
                  </a:outerShdw>
                </a:effectLst>
                <a:latin typeface="Arial Black" pitchFamily="34" charset="0"/>
              </a:rPr>
              <a:t>Bibliographie</a:t>
            </a:r>
          </a:p>
        </p:txBody>
      </p:sp>
    </p:spTree>
  </p:cSld>
  <p:clrMapOvr>
    <a:masterClrMapping/>
  </p:clrMapOvr>
  <p:transition spd="slow" advClick="1">
    <p:comb dir="horz"/>
  </p:transition>
  <p:timing/>
</p:sld>
</file>

<file path=ppt/theme/theme1.xml><?xml version="1.0" encoding="utf-8"?>
<a:theme xmlns:a="http://schemas.openxmlformats.org/drawingml/2006/main" name="Office 主题">
  <a:themeElements>
    <a:clrScheme name="Default Color Scheme">
      <a:dk1>
        <a:srgbClr val="006699"/>
      </a:dk1>
      <a:lt1>
        <a:srgbClr val="FFFFFF"/>
      </a:lt1>
      <a:dk2>
        <a:srgbClr val="FFFFCC"/>
      </a:dk2>
      <a:lt2>
        <a:srgbClr val="006666"/>
      </a:lt2>
      <a:accent1>
        <a:srgbClr val="EDFAD2"/>
      </a:accent1>
      <a:accent2>
        <a:srgbClr val="EBF7FF"/>
      </a:accent2>
      <a:accent3>
        <a:srgbClr val="FFFFFF"/>
      </a:accent3>
      <a:accent4>
        <a:srgbClr val="005783"/>
      </a:accent4>
      <a:accent5>
        <a:srgbClr val="F4FCE5"/>
      </a:accent5>
      <a:accent6>
        <a:srgbClr val="D3DDE5"/>
      </a:accent6>
      <a:hlink>
        <a:srgbClr val="CC99FF"/>
      </a:hlink>
      <a:folHlink>
        <a:srgbClr val="F2DFF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FFFFCC"/>
        </a:dk1>
        <a:lt1>
          <a:srgbClr val="000000"/>
        </a:lt1>
        <a:dk2>
          <a:srgbClr val="9900CC"/>
        </a:dk2>
        <a:lt2>
          <a:srgbClr val="FFFFFF"/>
        </a:lt2>
        <a:accent1>
          <a:srgbClr val="666699"/>
        </a:accent1>
        <a:accent2>
          <a:srgbClr val="660066"/>
        </a:accent2>
        <a:accent3>
          <a:srgbClr val="AAAAAA"/>
        </a:accent3>
        <a:accent4>
          <a:srgbClr val="DCDCAF"/>
        </a:accent4>
        <a:accent5>
          <a:srgbClr val="B9B9CA"/>
        </a:accent5>
        <a:accent6>
          <a:srgbClr val="5B005B"/>
        </a:accent6>
        <a:hlink>
          <a:srgbClr val="CC0000"/>
        </a:hlink>
        <a:folHlink>
          <a:srgbClr val="A50021"/>
        </a:folHlink>
      </a:clrScheme>
    </a:extraClrScheme>
    <a:extraClrScheme>
      <a:clrScheme name="Default Color Scheme 2">
        <a:dk1>
          <a:srgbClr val="FFFFFF"/>
        </a:dk1>
        <a:lt1>
          <a:srgbClr val="000000"/>
        </a:lt1>
        <a:dk2>
          <a:srgbClr val="990033"/>
        </a:dk2>
        <a:lt2>
          <a:srgbClr val="FFFFFF"/>
        </a:lt2>
        <a:accent1>
          <a:srgbClr val="FF3300"/>
        </a:accent1>
        <a:accent2>
          <a:srgbClr val="FF9900"/>
        </a:accent2>
        <a:accent3>
          <a:srgbClr val="AAAAAA"/>
        </a:accent3>
        <a:accent4>
          <a:srgbClr val="DCDCDC"/>
        </a:accent4>
        <a:accent5>
          <a:srgbClr val="FFADAA"/>
        </a:accent5>
        <a:accent6>
          <a:srgbClr val="E58900"/>
        </a:accent6>
        <a:hlink>
          <a:srgbClr val="FFFF99"/>
        </a:hlink>
        <a:folHlink>
          <a:srgbClr val="FFCC00"/>
        </a:folHlink>
      </a:clrScheme>
    </a:extraClrScheme>
    <a:extraClrScheme>
      <a:clrScheme name="Default Color Scheme 3">
        <a:dk1>
          <a:srgbClr val="FFFFCC"/>
        </a:dk1>
        <a:lt1>
          <a:srgbClr val="000000"/>
        </a:lt1>
        <a:dk2>
          <a:srgbClr val="CCCCFF"/>
        </a:dk2>
        <a:lt2>
          <a:srgbClr val="FFFFFF"/>
        </a:lt2>
        <a:accent1>
          <a:srgbClr val="9999FF"/>
        </a:accent1>
        <a:accent2>
          <a:srgbClr val="33CCCC"/>
        </a:accent2>
        <a:accent3>
          <a:srgbClr val="AAAAAA"/>
        </a:accent3>
        <a:accent4>
          <a:srgbClr val="DCDCAF"/>
        </a:accent4>
        <a:accent5>
          <a:srgbClr val="CACAFF"/>
        </a:accent5>
        <a:accent6>
          <a:srgbClr val="2DB7B7"/>
        </a:accent6>
        <a:hlink>
          <a:srgbClr val="66FFFF"/>
        </a:hlink>
        <a:folHlink>
          <a:srgbClr val="660066"/>
        </a:folHlink>
      </a:clrScheme>
    </a:extraClrScheme>
    <a:extraClrScheme>
      <a:clrScheme name="Default Color Scheme 4">
        <a:dk1>
          <a:srgbClr val="F8F8F8"/>
        </a:dk1>
        <a:lt1>
          <a:srgbClr val="800000"/>
        </a:lt1>
        <a:dk2>
          <a:srgbClr val="000000"/>
        </a:dk2>
        <a:lt2>
          <a:srgbClr val="FFFFFF"/>
        </a:lt2>
        <a:accent1>
          <a:srgbClr val="FF3300"/>
        </a:accent1>
        <a:accent2>
          <a:srgbClr val="FF5050"/>
        </a:accent2>
        <a:accent3>
          <a:srgbClr val="C1AAAA"/>
        </a:accent3>
        <a:accent4>
          <a:srgbClr val="D6D6D6"/>
        </a:accent4>
        <a:accent5>
          <a:srgbClr val="FFADAA"/>
        </a:accent5>
        <a:accent6>
          <a:srgbClr val="E54747"/>
        </a:accent6>
        <a:hlink>
          <a:srgbClr val="FF9999"/>
        </a:hlink>
        <a:folHlink>
          <a:srgbClr val="FF9966"/>
        </a:folHlink>
      </a:clrScheme>
    </a:extraClrScheme>
    <a:extraClrScheme>
      <a:clrScheme name="Default Color Scheme 5">
        <a:dk1>
          <a:srgbClr val="FFFFFF"/>
        </a:dk1>
        <a:lt1>
          <a:srgbClr val="000066"/>
        </a:lt1>
        <a:dk2>
          <a:srgbClr val="666699"/>
        </a:dk2>
        <a:lt2>
          <a:srgbClr val="CCECFF"/>
        </a:lt2>
        <a:accent1>
          <a:srgbClr val="009999"/>
        </a:accent1>
        <a:accent2>
          <a:srgbClr val="0099CC"/>
        </a:accent2>
        <a:accent3>
          <a:srgbClr val="AAAAB9"/>
        </a:accent3>
        <a:accent4>
          <a:srgbClr val="DCDCDC"/>
        </a:accent4>
        <a:accent5>
          <a:srgbClr val="AACACA"/>
        </a:accent5>
        <a:accent6>
          <a:srgbClr val="0089B7"/>
        </a:accent6>
        <a:hlink>
          <a:srgbClr val="CC99FF"/>
        </a:hlink>
        <a:folHlink>
          <a:srgbClr val="3366CC"/>
        </a:folHlink>
      </a:clrScheme>
    </a:extraClrScheme>
    <a:extraClrScheme>
      <a:clrScheme name="Default Color Scheme 6">
        <a:dk1>
          <a:srgbClr val="FFFFFF"/>
        </a:dk1>
        <a:lt1>
          <a:srgbClr val="009900"/>
        </a:lt1>
        <a:dk2>
          <a:srgbClr val="99CC00"/>
        </a:dk2>
        <a:lt2>
          <a:srgbClr val="FFFF99"/>
        </a:lt2>
        <a:accent1>
          <a:srgbClr val="336600"/>
        </a:accent1>
        <a:accent2>
          <a:srgbClr val="008000"/>
        </a:accent2>
        <a:accent3>
          <a:srgbClr val="AACAAA"/>
        </a:accent3>
        <a:accent4>
          <a:srgbClr val="DCDCDC"/>
        </a:accent4>
        <a:accent5>
          <a:srgbClr val="ADB9AA"/>
        </a:accent5>
        <a:accent6>
          <a:srgbClr val="007200"/>
        </a:accent6>
        <a:hlink>
          <a:srgbClr val="CCCC00"/>
        </a:hlink>
        <a:folHlink>
          <a:srgbClr val="33CC33"/>
        </a:folHlink>
      </a:clrScheme>
    </a:extraClrScheme>
    <a:extraClrScheme>
      <a:clrScheme name="Default Color Scheme 7">
        <a:dk1>
          <a:srgbClr val="000066"/>
        </a:dk1>
        <a:lt1>
          <a:srgbClr val="E1F4FF"/>
        </a:lt1>
        <a:dk2>
          <a:srgbClr val="CCCCFF"/>
        </a:dk2>
        <a:lt2>
          <a:srgbClr val="000066"/>
        </a:lt2>
        <a:accent1>
          <a:srgbClr val="9999FF"/>
        </a:accent1>
        <a:accent2>
          <a:srgbClr val="33CCCC"/>
        </a:accent2>
        <a:accent3>
          <a:srgbClr val="EDF8FF"/>
        </a:accent3>
        <a:accent4>
          <a:srgbClr val="000057"/>
        </a:accent4>
        <a:accent5>
          <a:srgbClr val="CACAFF"/>
        </a:accent5>
        <a:accent6>
          <a:srgbClr val="2DB7B7"/>
        </a:accent6>
        <a:hlink>
          <a:srgbClr val="66FFFF"/>
        </a:hlink>
        <a:folHlink>
          <a:srgbClr val="660066"/>
        </a:folHlink>
      </a:clrScheme>
    </a:extraClrScheme>
    <a:extraClrScheme>
      <a:clrScheme name="Default Color Scheme 8">
        <a:dk1>
          <a:srgbClr val="006699"/>
        </a:dk1>
        <a:lt1>
          <a:srgbClr val="FFFFFF"/>
        </a:lt1>
        <a:dk2>
          <a:srgbClr val="FFFFCC"/>
        </a:dk2>
        <a:lt2>
          <a:srgbClr val="006666"/>
        </a:lt2>
        <a:accent1>
          <a:srgbClr val="EDFAD2"/>
        </a:accent1>
        <a:accent2>
          <a:srgbClr val="EBF7FF"/>
        </a:accent2>
        <a:accent3>
          <a:srgbClr val="FFFFFF"/>
        </a:accent3>
        <a:accent4>
          <a:srgbClr val="005783"/>
        </a:accent4>
        <a:accent5>
          <a:srgbClr val="F4FCE5"/>
        </a:accent5>
        <a:accent6>
          <a:srgbClr val="D3DDE5"/>
        </a:accent6>
        <a:hlink>
          <a:srgbClr val="CC99FF"/>
        </a:hlink>
        <a:folHlink>
          <a:srgbClr val="F2DFFD"/>
        </a:folHlink>
      </a:clrScheme>
    </a:extraClrScheme>
    <a:extraClrScheme>
      <a:clrScheme name="Default Color Scheme 9">
        <a:dk1>
          <a:srgbClr val="000000"/>
        </a:dk1>
        <a:lt1>
          <a:srgbClr val="FFFFFF"/>
        </a:lt1>
        <a:dk2>
          <a:srgbClr val="FFCC99"/>
        </a:dk2>
        <a:lt2>
          <a:srgbClr val="000000"/>
        </a:lt2>
        <a:accent1>
          <a:srgbClr val="FF9900"/>
        </a:accent1>
        <a:accent2>
          <a:srgbClr val="FF99CC"/>
        </a:accent2>
        <a:accent3>
          <a:srgbClr val="FFFFFF"/>
        </a:accent3>
        <a:accent4>
          <a:srgbClr val="000000"/>
        </a:accent4>
        <a:accent5>
          <a:srgbClr val="FFCAAA"/>
        </a:accent5>
        <a:accent6>
          <a:srgbClr val="E589B7"/>
        </a:accent6>
        <a:hlink>
          <a:srgbClr val="FF9999"/>
        </a:hlink>
        <a:folHlink>
          <a:srgbClr val="FFFF99"/>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Diapositive 1</dc:title>
  <dc:creator>nk</dc:creator>
  <cp:lastModifiedBy>Bradel KABANGU EYATO</cp:lastModifiedBy>
  <dcterms:created xsi:type="dcterms:W3CDTF">2006-07-18T12:53:26Z</dcterms:created>
  <dcterms:modified xsi:type="dcterms:W3CDTF">2026-02-05T07:36:24Z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y fmtid="{D5CDD505-2E9C-101B-9397-08002B2CF9AE}" pid="3" name="ICV">
    <vt:lpwstr>719cb971223d4d3c933c40db4658a332</vt:lpwstr>
  </property>
</Properties>
</file>